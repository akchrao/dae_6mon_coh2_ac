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Lst>
  <p:sldSz cy="6858000" cx="12192000"/>
  <p:notesSz cx="6858000" cy="9144000"/>
  <p:embeddedFontLst>
    <p:embeddedFont>
      <p:font typeface="Play"/>
      <p:regular r:id="rId9"/>
      <p:bold r:id="rId10"/>
    </p:embeddedFont>
    <p:embeddedFont>
      <p:font typeface="Helvetica Neue"/>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ia/84kZ8CGEOaQ4a+gSb4WogL7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HelveticaNeue-regular.fntdata"/><Relationship Id="rId10" Type="http://schemas.openxmlformats.org/officeDocument/2006/relationships/font" Target="fonts/Play-bold.fntdata"/><Relationship Id="rId13" Type="http://schemas.openxmlformats.org/officeDocument/2006/relationships/font" Target="fonts/HelveticaNeue-italic.fntdata"/><Relationship Id="rId12" Type="http://schemas.openxmlformats.org/officeDocument/2006/relationships/font" Target="fonts/HelveticaNeue-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Play-regular.fntdata"/><Relationship Id="rId15" Type="http://customschemas.google.com/relationships/presentationmetadata" Target="metadata"/><Relationship Id="rId14" Type="http://schemas.openxmlformats.org/officeDocument/2006/relationships/font" Target="fonts/HelveticaNeue-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pic>
        <p:nvPicPr>
          <p:cNvPr id="15" name="Google Shape;15;p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 name="Google Shape;1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r>
              <a:rPr lang="en-US"/>
              <a:t>(1)</a:t>
            </a:r>
            <a:endParaRPr/>
          </a:p>
        </p:txBody>
      </p:sp>
      <p:pic>
        <p:nvPicPr>
          <p:cNvPr id="17" name="Google Shape;17;p6"/>
          <p:cNvPicPr preferRelativeResize="0"/>
          <p:nvPr/>
        </p:nvPicPr>
        <p:blipFill rotWithShape="1">
          <a:blip r:embed="rId3">
            <a:alphaModFix/>
          </a:blip>
          <a:srcRect b="0" l="0" r="0" t="0"/>
          <a:stretch/>
        </p:blipFill>
        <p:spPr>
          <a:xfrm>
            <a:off x="6836653" y="4832114"/>
            <a:ext cx="5355347" cy="2029972"/>
          </a:xfrm>
          <a:prstGeom prst="rect">
            <a:avLst/>
          </a:prstGeom>
          <a:noFill/>
          <a:ln>
            <a:noFill/>
          </a:ln>
        </p:spPr>
      </p:pic>
      <p:pic>
        <p:nvPicPr>
          <p:cNvPr id="18" name="Google Shape;18;p6"/>
          <p:cNvPicPr preferRelativeResize="0"/>
          <p:nvPr/>
        </p:nvPicPr>
        <p:blipFill rotWithShape="1">
          <a:blip r:embed="rId4">
            <a:alphaModFix/>
          </a:blip>
          <a:srcRect b="0" l="0" r="0" t="0"/>
          <a:stretch/>
        </p:blipFill>
        <p:spPr>
          <a:xfrm>
            <a:off x="0" y="-4086"/>
            <a:ext cx="5102362" cy="1533147"/>
          </a:xfrm>
          <a:prstGeom prst="rect">
            <a:avLst/>
          </a:prstGeom>
          <a:noFill/>
          <a:ln>
            <a:noFill/>
          </a:ln>
        </p:spPr>
      </p:pic>
      <p:pic>
        <p:nvPicPr>
          <p:cNvPr id="19" name="Google Shape;19;p6"/>
          <p:cNvPicPr preferRelativeResize="0"/>
          <p:nvPr/>
        </p:nvPicPr>
        <p:blipFill rotWithShape="1">
          <a:blip r:embed="rId5">
            <a:alphaModFix/>
          </a:blip>
          <a:srcRect b="0" l="0" r="0" t="0"/>
          <a:stretch/>
        </p:blipFill>
        <p:spPr>
          <a:xfrm>
            <a:off x="576622" y="252886"/>
            <a:ext cx="2706908" cy="960773"/>
          </a:xfrm>
          <a:prstGeom prst="rect">
            <a:avLst/>
          </a:prstGeom>
          <a:noFill/>
          <a:ln>
            <a:noFill/>
          </a:ln>
        </p:spPr>
      </p:pic>
      <p:sp>
        <p:nvSpPr>
          <p:cNvPr id="20" name="Google Shape;20;p6"/>
          <p:cNvSpPr txBox="1"/>
          <p:nvPr/>
        </p:nvSpPr>
        <p:spPr>
          <a:xfrm>
            <a:off x="7404444" y="6405017"/>
            <a:ext cx="4787556"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1" lang="en-US" sz="1800" u="none" cap="none" strike="noStrike">
                <a:solidFill>
                  <a:schemeClr val="lt1"/>
                </a:solidFill>
                <a:latin typeface="Helvetica Neue"/>
                <a:ea typeface="Helvetica Neue"/>
                <a:cs typeface="Helvetica Neue"/>
                <a:sym typeface="Helvetica Neue"/>
              </a:rPr>
              <a:t>Digitally-focused  |  Humanity-centric</a:t>
            </a:r>
            <a:endParaRPr b="1" i="1" sz="1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 name="Shape 21"/>
        <p:cNvGrpSpPr/>
        <p:nvPr/>
      </p:nvGrpSpPr>
      <p:grpSpPr>
        <a:xfrm>
          <a:off x="0" y="0"/>
          <a:ext cx="0" cy="0"/>
          <a:chOff x="0" y="0"/>
          <a:chExt cx="0" cy="0"/>
        </a:xfrm>
      </p:grpSpPr>
      <p:sp>
        <p:nvSpPr>
          <p:cNvPr id="22" name="Google Shape;22;p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7E5696"/>
              </a:buClr>
              <a:buSzPts val="3200"/>
              <a:buFont typeface="Helvetica Neu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rgbClr val="585858"/>
              </a:buClr>
              <a:buSzPts val="3200"/>
              <a:buChar char="•"/>
              <a:defRPr sz="3200"/>
            </a:lvl1pPr>
            <a:lvl2pPr indent="-406400" lvl="1" marL="914400" algn="l">
              <a:lnSpc>
                <a:spcPct val="90000"/>
              </a:lnSpc>
              <a:spcBef>
                <a:spcPts val="500"/>
              </a:spcBef>
              <a:spcAft>
                <a:spcPts val="0"/>
              </a:spcAft>
              <a:buClr>
                <a:srgbClr val="585858"/>
              </a:buClr>
              <a:buSzPts val="2800"/>
              <a:buChar char="•"/>
              <a:defRPr sz="2800"/>
            </a:lvl2pPr>
            <a:lvl3pPr indent="-381000" lvl="2" marL="1371600" algn="l">
              <a:lnSpc>
                <a:spcPct val="90000"/>
              </a:lnSpc>
              <a:spcBef>
                <a:spcPts val="500"/>
              </a:spcBef>
              <a:spcAft>
                <a:spcPts val="0"/>
              </a:spcAft>
              <a:buClr>
                <a:srgbClr val="585858"/>
              </a:buClr>
              <a:buSzPts val="2400"/>
              <a:buChar char="•"/>
              <a:defRPr sz="2400"/>
            </a:lvl3pPr>
            <a:lvl4pPr indent="-355600" lvl="3" marL="1828800" algn="l">
              <a:lnSpc>
                <a:spcPct val="90000"/>
              </a:lnSpc>
              <a:spcBef>
                <a:spcPts val="500"/>
              </a:spcBef>
              <a:spcAft>
                <a:spcPts val="0"/>
              </a:spcAft>
              <a:buClr>
                <a:srgbClr val="585858"/>
              </a:buClr>
              <a:buSzPts val="2000"/>
              <a:buChar char="•"/>
              <a:defRPr sz="2000"/>
            </a:lvl4pPr>
            <a:lvl5pPr indent="-355600" lvl="4" marL="2286000" algn="l">
              <a:lnSpc>
                <a:spcPct val="90000"/>
              </a:lnSpc>
              <a:spcBef>
                <a:spcPts val="500"/>
              </a:spcBef>
              <a:spcAft>
                <a:spcPts val="0"/>
              </a:spcAft>
              <a:buClr>
                <a:srgbClr val="585858"/>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4" name="Google Shape;24;p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585858"/>
              </a:buClr>
              <a:buSzPts val="1600"/>
              <a:buNone/>
              <a:defRPr sz="1600"/>
            </a:lvl1pPr>
            <a:lvl2pPr indent="-228600" lvl="1" marL="914400" algn="l">
              <a:lnSpc>
                <a:spcPct val="90000"/>
              </a:lnSpc>
              <a:spcBef>
                <a:spcPts val="500"/>
              </a:spcBef>
              <a:spcAft>
                <a:spcPts val="0"/>
              </a:spcAft>
              <a:buClr>
                <a:srgbClr val="585858"/>
              </a:buClr>
              <a:buSzPts val="1400"/>
              <a:buNone/>
              <a:defRPr sz="1400"/>
            </a:lvl2pPr>
            <a:lvl3pPr indent="-228600" lvl="2" marL="1371600" algn="l">
              <a:lnSpc>
                <a:spcPct val="90000"/>
              </a:lnSpc>
              <a:spcBef>
                <a:spcPts val="500"/>
              </a:spcBef>
              <a:spcAft>
                <a:spcPts val="0"/>
              </a:spcAft>
              <a:buClr>
                <a:srgbClr val="585858"/>
              </a:buClr>
              <a:buSzPts val="1200"/>
              <a:buNone/>
              <a:defRPr sz="1200"/>
            </a:lvl3pPr>
            <a:lvl4pPr indent="-228600" lvl="3" marL="1828800" algn="l">
              <a:lnSpc>
                <a:spcPct val="90000"/>
              </a:lnSpc>
              <a:spcBef>
                <a:spcPts val="500"/>
              </a:spcBef>
              <a:spcAft>
                <a:spcPts val="0"/>
              </a:spcAft>
              <a:buClr>
                <a:srgbClr val="585858"/>
              </a:buClr>
              <a:buSzPts val="1000"/>
              <a:buNone/>
              <a:defRPr sz="1000"/>
            </a:lvl4pPr>
            <a:lvl5pPr indent="-228600" lvl="4" marL="2286000" algn="l">
              <a:lnSpc>
                <a:spcPct val="90000"/>
              </a:lnSpc>
              <a:spcBef>
                <a:spcPts val="500"/>
              </a:spcBef>
              <a:spcAft>
                <a:spcPts val="0"/>
              </a:spcAft>
              <a:buClr>
                <a:srgbClr val="585858"/>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E5696"/>
              </a:buClr>
              <a:buSzPts val="4400"/>
              <a:buFont typeface="Helvetica Neue"/>
              <a:buNone/>
              <a:defRPr b="1">
                <a:solidFill>
                  <a:srgbClr val="7E5696"/>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BD4C5F"/>
              </a:buClr>
              <a:buSzPts val="5400"/>
              <a:buFont typeface="Helvetica Neue"/>
              <a:buNone/>
              <a:defRPr b="1" sz="5400">
                <a:solidFill>
                  <a:srgbClr val="BD4C5F"/>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585858"/>
              </a:buClr>
              <a:buSzPts val="2400"/>
              <a:buNone/>
              <a:defRPr sz="2400">
                <a:solidFill>
                  <a:srgbClr val="585858"/>
                </a:solidFill>
                <a:latin typeface="Helvetica Neue"/>
                <a:ea typeface="Helvetica Neue"/>
                <a:cs typeface="Helvetica Neue"/>
                <a:sym typeface="Helvetica Neue"/>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30" name="Shape 30"/>
        <p:cNvGrpSpPr/>
        <p:nvPr/>
      </p:nvGrpSpPr>
      <p:grpSpPr>
        <a:xfrm>
          <a:off x="0" y="0"/>
          <a:ext cx="0" cy="0"/>
          <a:chOff x="0" y="0"/>
          <a:chExt cx="0" cy="0"/>
        </a:xfrm>
      </p:grpSpPr>
      <p:sp>
        <p:nvSpPr>
          <p:cNvPr id="31" name="Google Shape;31;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E5696"/>
              </a:buClr>
              <a:buSzPts val="4400"/>
              <a:buFont typeface="Helvetica Neue"/>
              <a:buNone/>
              <a:defRPr b="1">
                <a:solidFill>
                  <a:srgbClr val="7E5696"/>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585858"/>
              </a:buClr>
              <a:buSzPts val="2800"/>
              <a:buChar char="•"/>
              <a:defRPr>
                <a:solidFill>
                  <a:srgbClr val="585858"/>
                </a:solidFill>
                <a:latin typeface="Helvetica Neue"/>
                <a:ea typeface="Helvetica Neue"/>
                <a:cs typeface="Helvetica Neue"/>
                <a:sym typeface="Helvetica Neue"/>
              </a:defRPr>
            </a:lvl1pPr>
            <a:lvl2pPr indent="-345948" lvl="1" marL="914400" algn="l">
              <a:lnSpc>
                <a:spcPct val="90000"/>
              </a:lnSpc>
              <a:spcBef>
                <a:spcPts val="500"/>
              </a:spcBef>
              <a:spcAft>
                <a:spcPts val="0"/>
              </a:spcAft>
              <a:buClr>
                <a:srgbClr val="585858"/>
              </a:buClr>
              <a:buSzPts val="1848"/>
              <a:buFont typeface="Courier New"/>
              <a:buChar char="o"/>
              <a:defRPr>
                <a:solidFill>
                  <a:srgbClr val="585858"/>
                </a:solidFill>
                <a:latin typeface="Helvetica Neue"/>
                <a:ea typeface="Helvetica Neue"/>
                <a:cs typeface="Helvetica Neue"/>
                <a:sym typeface="Helvetica Neue"/>
              </a:defRPr>
            </a:lvl2pPr>
            <a:lvl3pPr indent="-335280" lvl="2" marL="1371600" algn="l">
              <a:lnSpc>
                <a:spcPct val="90000"/>
              </a:lnSpc>
              <a:spcBef>
                <a:spcPts val="500"/>
              </a:spcBef>
              <a:spcAft>
                <a:spcPts val="0"/>
              </a:spcAft>
              <a:buClr>
                <a:srgbClr val="585858"/>
              </a:buClr>
              <a:buSzPts val="1680"/>
              <a:buFont typeface="Noto Sans Symbols"/>
              <a:buChar char="⮚"/>
              <a:defRPr>
                <a:solidFill>
                  <a:srgbClr val="585858"/>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585858"/>
              </a:buClr>
              <a:buSzPts val="1800"/>
              <a:buChar char="•"/>
              <a:defRPr>
                <a:solidFill>
                  <a:srgbClr val="585858"/>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585858"/>
              </a:buClr>
              <a:buSzPts val="1800"/>
              <a:buChar char="•"/>
              <a:defRPr>
                <a:solidFill>
                  <a:srgbClr val="585858"/>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E5696"/>
              </a:buClr>
              <a:buSzPts val="4400"/>
              <a:buFont typeface="Helvetica Neue"/>
              <a:buNone/>
              <a:defRPr b="1">
                <a:solidFill>
                  <a:srgbClr val="7E5696"/>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585858"/>
              </a:buClr>
              <a:buSzPts val="2800"/>
              <a:buChar char="•"/>
              <a:defRPr>
                <a:solidFill>
                  <a:srgbClr val="585858"/>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585858"/>
              </a:buClr>
              <a:buSzPts val="2400"/>
              <a:buChar char="•"/>
              <a:defRPr>
                <a:solidFill>
                  <a:srgbClr val="585858"/>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585858"/>
              </a:buClr>
              <a:buSzPts val="2000"/>
              <a:buChar char="•"/>
              <a:defRPr>
                <a:solidFill>
                  <a:srgbClr val="585858"/>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585858"/>
              </a:buClr>
              <a:buSzPts val="1800"/>
              <a:buChar char="•"/>
              <a:defRPr>
                <a:solidFill>
                  <a:srgbClr val="585858"/>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585858"/>
              </a:buClr>
              <a:buSzPts val="1800"/>
              <a:buChar char="•"/>
              <a:defRPr>
                <a:solidFill>
                  <a:srgbClr val="585858"/>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585858"/>
              </a:buClr>
              <a:buSzPts val="2800"/>
              <a:buChar char="•"/>
              <a:defRPr>
                <a:solidFill>
                  <a:srgbClr val="585858"/>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585858"/>
              </a:buClr>
              <a:buSzPts val="2400"/>
              <a:buChar char="•"/>
              <a:defRPr>
                <a:solidFill>
                  <a:srgbClr val="585858"/>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585858"/>
              </a:buClr>
              <a:buSzPts val="2000"/>
              <a:buChar char="•"/>
              <a:defRPr>
                <a:solidFill>
                  <a:srgbClr val="585858"/>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585858"/>
              </a:buClr>
              <a:buSzPts val="1800"/>
              <a:buChar char="•"/>
              <a:defRPr>
                <a:solidFill>
                  <a:srgbClr val="585858"/>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585858"/>
              </a:buClr>
              <a:buSzPts val="1800"/>
              <a:buChar char="•"/>
              <a:defRPr>
                <a:solidFill>
                  <a:srgbClr val="585858"/>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1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E5696"/>
              </a:buClr>
              <a:buSzPts val="4400"/>
              <a:buFont typeface="Helvetica Neue"/>
              <a:buNone/>
              <a:defRPr b="1">
                <a:solidFill>
                  <a:srgbClr val="7E5696"/>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BD4C5F"/>
              </a:buClr>
              <a:buSzPts val="2400"/>
              <a:buNone/>
              <a:defRPr b="1" sz="2400">
                <a:solidFill>
                  <a:srgbClr val="BD4C5F"/>
                </a:solidFill>
                <a:latin typeface="Helvetica Neue"/>
                <a:ea typeface="Helvetica Neue"/>
                <a:cs typeface="Helvetica Neue"/>
                <a:sym typeface="Helvetica Neue"/>
              </a:defRPr>
            </a:lvl1pPr>
            <a:lvl2pPr indent="-228600" lvl="1" marL="914400" algn="l">
              <a:lnSpc>
                <a:spcPct val="90000"/>
              </a:lnSpc>
              <a:spcBef>
                <a:spcPts val="500"/>
              </a:spcBef>
              <a:spcAft>
                <a:spcPts val="0"/>
              </a:spcAft>
              <a:buClr>
                <a:srgbClr val="585858"/>
              </a:buClr>
              <a:buSzPts val="2000"/>
              <a:buNone/>
              <a:defRPr b="1" sz="2000"/>
            </a:lvl2pPr>
            <a:lvl3pPr indent="-228600" lvl="2" marL="1371600" algn="l">
              <a:lnSpc>
                <a:spcPct val="90000"/>
              </a:lnSpc>
              <a:spcBef>
                <a:spcPts val="500"/>
              </a:spcBef>
              <a:spcAft>
                <a:spcPts val="0"/>
              </a:spcAft>
              <a:buClr>
                <a:srgbClr val="585858"/>
              </a:buClr>
              <a:buSzPts val="1800"/>
              <a:buNone/>
              <a:defRPr b="1" sz="1800"/>
            </a:lvl3pPr>
            <a:lvl4pPr indent="-228600" lvl="3" marL="1828800" algn="l">
              <a:lnSpc>
                <a:spcPct val="90000"/>
              </a:lnSpc>
              <a:spcBef>
                <a:spcPts val="500"/>
              </a:spcBef>
              <a:spcAft>
                <a:spcPts val="0"/>
              </a:spcAft>
              <a:buClr>
                <a:srgbClr val="585858"/>
              </a:buClr>
              <a:buSzPts val="1600"/>
              <a:buNone/>
              <a:defRPr b="1" sz="1600"/>
            </a:lvl4pPr>
            <a:lvl5pPr indent="-228600" lvl="4" marL="2286000" algn="l">
              <a:lnSpc>
                <a:spcPct val="90000"/>
              </a:lnSpc>
              <a:spcBef>
                <a:spcPts val="500"/>
              </a:spcBef>
              <a:spcAft>
                <a:spcPts val="0"/>
              </a:spcAft>
              <a:buClr>
                <a:srgbClr val="585858"/>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0" name="Google Shape;40;p1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585858"/>
              </a:buClr>
              <a:buSzPts val="2800"/>
              <a:buChar char="•"/>
              <a:defRPr>
                <a:solidFill>
                  <a:srgbClr val="585858"/>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585858"/>
              </a:buClr>
              <a:buSzPts val="2400"/>
              <a:buChar char="•"/>
              <a:defRPr>
                <a:solidFill>
                  <a:srgbClr val="585858"/>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585858"/>
              </a:buClr>
              <a:buSzPts val="2000"/>
              <a:buChar char="•"/>
              <a:defRPr>
                <a:solidFill>
                  <a:srgbClr val="585858"/>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585858"/>
              </a:buClr>
              <a:buSzPts val="1800"/>
              <a:buChar char="•"/>
              <a:defRPr>
                <a:solidFill>
                  <a:srgbClr val="585858"/>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585858"/>
              </a:buClr>
              <a:buSzPts val="1800"/>
              <a:buChar char="•"/>
              <a:defRPr>
                <a:solidFill>
                  <a:srgbClr val="585858"/>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BD4C5F"/>
              </a:buClr>
              <a:buSzPts val="2400"/>
              <a:buNone/>
              <a:defRPr b="1" sz="2400">
                <a:solidFill>
                  <a:srgbClr val="BD4C5F"/>
                </a:solidFill>
                <a:latin typeface="Helvetica Neue"/>
                <a:ea typeface="Helvetica Neue"/>
                <a:cs typeface="Helvetica Neue"/>
                <a:sym typeface="Helvetica Neue"/>
              </a:defRPr>
            </a:lvl1pPr>
            <a:lvl2pPr indent="-228600" lvl="1" marL="914400" algn="l">
              <a:lnSpc>
                <a:spcPct val="90000"/>
              </a:lnSpc>
              <a:spcBef>
                <a:spcPts val="500"/>
              </a:spcBef>
              <a:spcAft>
                <a:spcPts val="0"/>
              </a:spcAft>
              <a:buClr>
                <a:srgbClr val="585858"/>
              </a:buClr>
              <a:buSzPts val="2000"/>
              <a:buNone/>
              <a:defRPr b="1" sz="2000"/>
            </a:lvl2pPr>
            <a:lvl3pPr indent="-228600" lvl="2" marL="1371600" algn="l">
              <a:lnSpc>
                <a:spcPct val="90000"/>
              </a:lnSpc>
              <a:spcBef>
                <a:spcPts val="500"/>
              </a:spcBef>
              <a:spcAft>
                <a:spcPts val="0"/>
              </a:spcAft>
              <a:buClr>
                <a:srgbClr val="585858"/>
              </a:buClr>
              <a:buSzPts val="1800"/>
              <a:buNone/>
              <a:defRPr b="1" sz="1800"/>
            </a:lvl3pPr>
            <a:lvl4pPr indent="-228600" lvl="3" marL="1828800" algn="l">
              <a:lnSpc>
                <a:spcPct val="90000"/>
              </a:lnSpc>
              <a:spcBef>
                <a:spcPts val="500"/>
              </a:spcBef>
              <a:spcAft>
                <a:spcPts val="0"/>
              </a:spcAft>
              <a:buClr>
                <a:srgbClr val="585858"/>
              </a:buClr>
              <a:buSzPts val="1600"/>
              <a:buNone/>
              <a:defRPr b="1" sz="1600"/>
            </a:lvl4pPr>
            <a:lvl5pPr indent="-228600" lvl="4" marL="2286000" algn="l">
              <a:lnSpc>
                <a:spcPct val="90000"/>
              </a:lnSpc>
              <a:spcBef>
                <a:spcPts val="500"/>
              </a:spcBef>
              <a:spcAft>
                <a:spcPts val="0"/>
              </a:spcAft>
              <a:buClr>
                <a:srgbClr val="585858"/>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2" name="Google Shape;42;p1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585858"/>
              </a:buClr>
              <a:buSzPts val="2800"/>
              <a:buChar char="•"/>
              <a:defRPr>
                <a:solidFill>
                  <a:srgbClr val="585858"/>
                </a:solidFill>
                <a:latin typeface="Helvetica Neue"/>
                <a:ea typeface="Helvetica Neue"/>
                <a:cs typeface="Helvetica Neue"/>
                <a:sym typeface="Helvetica Neue"/>
              </a:defRPr>
            </a:lvl1pPr>
            <a:lvl2pPr indent="-381000" lvl="1" marL="914400" algn="l">
              <a:lnSpc>
                <a:spcPct val="90000"/>
              </a:lnSpc>
              <a:spcBef>
                <a:spcPts val="500"/>
              </a:spcBef>
              <a:spcAft>
                <a:spcPts val="0"/>
              </a:spcAft>
              <a:buClr>
                <a:srgbClr val="585858"/>
              </a:buClr>
              <a:buSzPts val="2400"/>
              <a:buChar char="•"/>
              <a:defRPr>
                <a:solidFill>
                  <a:srgbClr val="585858"/>
                </a:solidFill>
                <a:latin typeface="Helvetica Neue"/>
                <a:ea typeface="Helvetica Neue"/>
                <a:cs typeface="Helvetica Neue"/>
                <a:sym typeface="Helvetica Neue"/>
              </a:defRPr>
            </a:lvl2pPr>
            <a:lvl3pPr indent="-355600" lvl="2" marL="1371600" algn="l">
              <a:lnSpc>
                <a:spcPct val="90000"/>
              </a:lnSpc>
              <a:spcBef>
                <a:spcPts val="500"/>
              </a:spcBef>
              <a:spcAft>
                <a:spcPts val="0"/>
              </a:spcAft>
              <a:buClr>
                <a:srgbClr val="585858"/>
              </a:buClr>
              <a:buSzPts val="2000"/>
              <a:buChar char="•"/>
              <a:defRPr>
                <a:solidFill>
                  <a:srgbClr val="585858"/>
                </a:solidFill>
                <a:latin typeface="Helvetica Neue"/>
                <a:ea typeface="Helvetica Neue"/>
                <a:cs typeface="Helvetica Neue"/>
                <a:sym typeface="Helvetica Neue"/>
              </a:defRPr>
            </a:lvl3pPr>
            <a:lvl4pPr indent="-342900" lvl="3" marL="1828800" algn="l">
              <a:lnSpc>
                <a:spcPct val="90000"/>
              </a:lnSpc>
              <a:spcBef>
                <a:spcPts val="500"/>
              </a:spcBef>
              <a:spcAft>
                <a:spcPts val="0"/>
              </a:spcAft>
              <a:buClr>
                <a:srgbClr val="585858"/>
              </a:buClr>
              <a:buSzPts val="1800"/>
              <a:buChar char="•"/>
              <a:defRPr>
                <a:solidFill>
                  <a:srgbClr val="585858"/>
                </a:solidFill>
                <a:latin typeface="Helvetica Neue"/>
                <a:ea typeface="Helvetica Neue"/>
                <a:cs typeface="Helvetica Neue"/>
                <a:sym typeface="Helvetica Neue"/>
              </a:defRPr>
            </a:lvl4pPr>
            <a:lvl5pPr indent="-342900" lvl="4" marL="2286000" algn="l">
              <a:lnSpc>
                <a:spcPct val="90000"/>
              </a:lnSpc>
              <a:spcBef>
                <a:spcPts val="500"/>
              </a:spcBef>
              <a:spcAft>
                <a:spcPts val="0"/>
              </a:spcAft>
              <a:buClr>
                <a:srgbClr val="585858"/>
              </a:buClr>
              <a:buSzPts val="1800"/>
              <a:buChar char="•"/>
              <a:defRPr>
                <a:solidFill>
                  <a:srgbClr val="585858"/>
                </a:solidFill>
                <a:latin typeface="Helvetica Neue"/>
                <a:ea typeface="Helvetica Neue"/>
                <a:cs typeface="Helvetica Neue"/>
                <a:sym typeface="Helvetica Neu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43" name="Shape 4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4" name="Shape 44"/>
        <p:cNvGrpSpPr/>
        <p:nvPr/>
      </p:nvGrpSpPr>
      <p:grpSpPr>
        <a:xfrm>
          <a:off x="0" y="0"/>
          <a:ext cx="0" cy="0"/>
          <a:chOff x="0" y="0"/>
          <a:chExt cx="0" cy="0"/>
        </a:xfrm>
      </p:grpSpPr>
      <p:sp>
        <p:nvSpPr>
          <p:cNvPr id="45" name="Google Shape;45;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7E5696"/>
              </a:buClr>
              <a:buSzPts val="3200"/>
              <a:buFont typeface="Helvetica Neu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4"/>
          <p:cNvSpPr/>
          <p:nvPr>
            <p:ph idx="2" type="pic"/>
          </p:nvPr>
        </p:nvSpPr>
        <p:spPr>
          <a:xfrm>
            <a:off x="5183188" y="987425"/>
            <a:ext cx="6172200" cy="4873625"/>
          </a:xfrm>
          <a:prstGeom prst="rect">
            <a:avLst/>
          </a:prstGeom>
          <a:noFill/>
          <a:ln>
            <a:noFill/>
          </a:ln>
        </p:spPr>
      </p:sp>
      <p:sp>
        <p:nvSpPr>
          <p:cNvPr id="47" name="Google Shape;47;p1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585858"/>
              </a:buClr>
              <a:buSzPts val="1600"/>
              <a:buNone/>
              <a:defRPr sz="1600"/>
            </a:lvl1pPr>
            <a:lvl2pPr indent="-228600" lvl="1" marL="914400" algn="l">
              <a:lnSpc>
                <a:spcPct val="90000"/>
              </a:lnSpc>
              <a:spcBef>
                <a:spcPts val="500"/>
              </a:spcBef>
              <a:spcAft>
                <a:spcPts val="0"/>
              </a:spcAft>
              <a:buClr>
                <a:srgbClr val="585858"/>
              </a:buClr>
              <a:buSzPts val="1400"/>
              <a:buNone/>
              <a:defRPr sz="1400"/>
            </a:lvl2pPr>
            <a:lvl3pPr indent="-228600" lvl="2" marL="1371600" algn="l">
              <a:lnSpc>
                <a:spcPct val="90000"/>
              </a:lnSpc>
              <a:spcBef>
                <a:spcPts val="500"/>
              </a:spcBef>
              <a:spcAft>
                <a:spcPts val="0"/>
              </a:spcAft>
              <a:buClr>
                <a:srgbClr val="585858"/>
              </a:buClr>
              <a:buSzPts val="1200"/>
              <a:buNone/>
              <a:defRPr sz="1200"/>
            </a:lvl3pPr>
            <a:lvl4pPr indent="-228600" lvl="3" marL="1828800" algn="l">
              <a:lnSpc>
                <a:spcPct val="90000"/>
              </a:lnSpc>
              <a:spcBef>
                <a:spcPts val="500"/>
              </a:spcBef>
              <a:spcAft>
                <a:spcPts val="0"/>
              </a:spcAft>
              <a:buClr>
                <a:srgbClr val="585858"/>
              </a:buClr>
              <a:buSzPts val="1000"/>
              <a:buNone/>
              <a:defRPr sz="1000"/>
            </a:lvl4pPr>
            <a:lvl5pPr indent="-228600" lvl="4" marL="2286000" algn="l">
              <a:lnSpc>
                <a:spcPct val="90000"/>
              </a:lnSpc>
              <a:spcBef>
                <a:spcPts val="500"/>
              </a:spcBef>
              <a:spcAft>
                <a:spcPts val="0"/>
              </a:spcAft>
              <a:buClr>
                <a:srgbClr val="585858"/>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8" name="Shape 48"/>
        <p:cNvGrpSpPr/>
        <p:nvPr/>
      </p:nvGrpSpPr>
      <p:grpSpPr>
        <a:xfrm>
          <a:off x="0" y="0"/>
          <a:ext cx="0" cy="0"/>
          <a:chOff x="0" y="0"/>
          <a:chExt cx="0" cy="0"/>
        </a:xfrm>
      </p:grpSpPr>
      <p:sp>
        <p:nvSpPr>
          <p:cNvPr id="49" name="Google Shape;49;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E569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585858"/>
              </a:buClr>
              <a:buSzPts val="1800"/>
              <a:buChar char="•"/>
              <a:defRPr/>
            </a:lvl1pPr>
            <a:lvl2pPr indent="-342900" lvl="1" marL="914400" algn="l">
              <a:lnSpc>
                <a:spcPct val="90000"/>
              </a:lnSpc>
              <a:spcBef>
                <a:spcPts val="500"/>
              </a:spcBef>
              <a:spcAft>
                <a:spcPts val="0"/>
              </a:spcAft>
              <a:buClr>
                <a:srgbClr val="585858"/>
              </a:buClr>
              <a:buSzPts val="1800"/>
              <a:buChar char="•"/>
              <a:defRPr/>
            </a:lvl2pPr>
            <a:lvl3pPr indent="-342900" lvl="2" marL="1371600" algn="l">
              <a:lnSpc>
                <a:spcPct val="90000"/>
              </a:lnSpc>
              <a:spcBef>
                <a:spcPts val="500"/>
              </a:spcBef>
              <a:spcAft>
                <a:spcPts val="0"/>
              </a:spcAft>
              <a:buClr>
                <a:srgbClr val="585858"/>
              </a:buClr>
              <a:buSzPts val="1800"/>
              <a:buChar char="•"/>
              <a:defRPr/>
            </a:lvl3pPr>
            <a:lvl4pPr indent="-342900" lvl="3" marL="1828800" algn="l">
              <a:lnSpc>
                <a:spcPct val="90000"/>
              </a:lnSpc>
              <a:spcBef>
                <a:spcPts val="500"/>
              </a:spcBef>
              <a:spcAft>
                <a:spcPts val="0"/>
              </a:spcAft>
              <a:buClr>
                <a:srgbClr val="585858"/>
              </a:buClr>
              <a:buSzPts val="1800"/>
              <a:buChar char="•"/>
              <a:defRPr/>
            </a:lvl4pPr>
            <a:lvl5pPr indent="-342900" lvl="4" marL="2286000" algn="l">
              <a:lnSpc>
                <a:spcPct val="90000"/>
              </a:lnSpc>
              <a:spcBef>
                <a:spcPts val="500"/>
              </a:spcBef>
              <a:spcAft>
                <a:spcPts val="0"/>
              </a:spcAft>
              <a:buClr>
                <a:srgbClr val="585858"/>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theme" Target="../theme/theme2.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7E5696"/>
              </a:buClr>
              <a:buSzPts val="4400"/>
              <a:buFont typeface="Helvetica Neue"/>
              <a:buNone/>
              <a:defRPr b="1" i="0" sz="4400" u="none" cap="none" strike="noStrike">
                <a:solidFill>
                  <a:srgbClr val="7E5696"/>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585858"/>
              </a:buClr>
              <a:buSzPts val="2800"/>
              <a:buFont typeface="Arial"/>
              <a:buChar char="•"/>
              <a:defRPr b="0" i="0" sz="2800" u="none" cap="none" strike="noStrike">
                <a:solidFill>
                  <a:srgbClr val="585858"/>
                </a:solidFill>
                <a:latin typeface="Helvetica Neue"/>
                <a:ea typeface="Helvetica Neue"/>
                <a:cs typeface="Helvetica Neue"/>
                <a:sym typeface="Helvetica Neue"/>
              </a:defRPr>
            </a:lvl1pPr>
            <a:lvl2pPr indent="-381000" lvl="1" marL="914400" marR="0" rtl="0" algn="l">
              <a:lnSpc>
                <a:spcPct val="90000"/>
              </a:lnSpc>
              <a:spcBef>
                <a:spcPts val="500"/>
              </a:spcBef>
              <a:spcAft>
                <a:spcPts val="0"/>
              </a:spcAft>
              <a:buClr>
                <a:srgbClr val="585858"/>
              </a:buClr>
              <a:buSzPts val="2400"/>
              <a:buFont typeface="Arial"/>
              <a:buChar char="•"/>
              <a:defRPr b="0" i="0" sz="2400" u="none" cap="none" strike="noStrike">
                <a:solidFill>
                  <a:srgbClr val="585858"/>
                </a:solidFill>
                <a:latin typeface="Helvetica Neue"/>
                <a:ea typeface="Helvetica Neue"/>
                <a:cs typeface="Helvetica Neue"/>
                <a:sym typeface="Helvetica Neue"/>
              </a:defRPr>
            </a:lvl2pPr>
            <a:lvl3pPr indent="-355600" lvl="2" marL="1371600" marR="0" rtl="0" algn="l">
              <a:lnSpc>
                <a:spcPct val="90000"/>
              </a:lnSpc>
              <a:spcBef>
                <a:spcPts val="500"/>
              </a:spcBef>
              <a:spcAft>
                <a:spcPts val="0"/>
              </a:spcAft>
              <a:buClr>
                <a:srgbClr val="585858"/>
              </a:buClr>
              <a:buSzPts val="2000"/>
              <a:buFont typeface="Arial"/>
              <a:buChar char="•"/>
              <a:defRPr b="0" i="0" sz="2000" u="none" cap="none" strike="noStrike">
                <a:solidFill>
                  <a:srgbClr val="585858"/>
                </a:solidFill>
                <a:latin typeface="Helvetica Neue"/>
                <a:ea typeface="Helvetica Neue"/>
                <a:cs typeface="Helvetica Neue"/>
                <a:sym typeface="Helvetica Neue"/>
              </a:defRPr>
            </a:lvl3pPr>
            <a:lvl4pPr indent="-342900" lvl="3" marL="1828800" marR="0" rtl="0" algn="l">
              <a:lnSpc>
                <a:spcPct val="90000"/>
              </a:lnSpc>
              <a:spcBef>
                <a:spcPts val="500"/>
              </a:spcBef>
              <a:spcAft>
                <a:spcPts val="0"/>
              </a:spcAft>
              <a:buClr>
                <a:srgbClr val="585858"/>
              </a:buClr>
              <a:buSzPts val="1800"/>
              <a:buFont typeface="Arial"/>
              <a:buChar char="•"/>
              <a:defRPr b="0" i="0" sz="1800" u="none" cap="none" strike="noStrike">
                <a:solidFill>
                  <a:srgbClr val="585858"/>
                </a:solidFill>
                <a:latin typeface="Helvetica Neue"/>
                <a:ea typeface="Helvetica Neue"/>
                <a:cs typeface="Helvetica Neue"/>
                <a:sym typeface="Helvetica Neue"/>
              </a:defRPr>
            </a:lvl4pPr>
            <a:lvl5pPr indent="-342900" lvl="4" marL="2286000" marR="0" rtl="0" algn="l">
              <a:lnSpc>
                <a:spcPct val="90000"/>
              </a:lnSpc>
              <a:spcBef>
                <a:spcPts val="500"/>
              </a:spcBef>
              <a:spcAft>
                <a:spcPts val="0"/>
              </a:spcAft>
              <a:buClr>
                <a:srgbClr val="585858"/>
              </a:buClr>
              <a:buSzPts val="1800"/>
              <a:buFont typeface="Arial"/>
              <a:buChar char="•"/>
              <a:defRPr b="0" i="0" sz="1800" u="none" cap="none" strike="noStrike">
                <a:solidFill>
                  <a:srgbClr val="585858"/>
                </a:solidFill>
                <a:latin typeface="Helvetica Neue"/>
                <a:ea typeface="Helvetica Neue"/>
                <a:cs typeface="Helvetica Neue"/>
                <a:sym typeface="Helvetica Neue"/>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2" name="Google Shape;12;p5"/>
          <p:cNvPicPr preferRelativeResize="0"/>
          <p:nvPr/>
        </p:nvPicPr>
        <p:blipFill rotWithShape="1">
          <a:blip r:embed="rId1">
            <a:alphaModFix/>
          </a:blip>
          <a:srcRect b="0" l="0" r="0" t="0"/>
          <a:stretch/>
        </p:blipFill>
        <p:spPr>
          <a:xfrm>
            <a:off x="376969" y="6396599"/>
            <a:ext cx="735461" cy="261040"/>
          </a:xfrm>
          <a:prstGeom prst="rect">
            <a:avLst/>
          </a:prstGeom>
          <a:noFill/>
          <a:ln>
            <a:noFill/>
          </a:ln>
        </p:spPr>
      </p:pic>
      <p:pic>
        <p:nvPicPr>
          <p:cNvPr id="13" name="Google Shape;13;p5"/>
          <p:cNvPicPr preferRelativeResize="0"/>
          <p:nvPr/>
        </p:nvPicPr>
        <p:blipFill rotWithShape="1">
          <a:blip r:embed="rId2">
            <a:alphaModFix/>
          </a:blip>
          <a:srcRect b="0" l="0" r="0" t="0"/>
          <a:stretch/>
        </p:blipFill>
        <p:spPr>
          <a:xfrm>
            <a:off x="8826213" y="2641600"/>
            <a:ext cx="3365787" cy="42164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
          <p:cNvSpPr txBox="1"/>
          <p:nvPr/>
        </p:nvSpPr>
        <p:spPr>
          <a:xfrm>
            <a:off x="6355080" y="4892040"/>
            <a:ext cx="5120640" cy="658368"/>
          </a:xfrm>
          <a:prstGeom prst="rect">
            <a:avLst/>
          </a:prstGeom>
          <a:noFill/>
          <a:ln>
            <a:noFill/>
          </a:ln>
        </p:spPr>
        <p:txBody>
          <a:bodyPr anchorCtr="0" anchor="t" bIns="18275" lIns="27425" spcFirstLastPara="1" rIns="27425" wrap="square" tIns="18275">
            <a:noAutofit/>
          </a:bodyPr>
          <a:lstStyle/>
          <a:p>
            <a:pPr indent="0" lvl="0" marL="0" marR="0" rtl="0" algn="l">
              <a:spcBef>
                <a:spcPts val="0"/>
              </a:spcBef>
              <a:spcAft>
                <a:spcPts val="0"/>
              </a:spcAft>
              <a:buNone/>
            </a:pPr>
            <a:r>
              <a:rPr b="1" i="0" lang="en-US" sz="2500" u="none" cap="none" strike="noStrike">
                <a:solidFill>
                  <a:srgbClr val="FFFFFF"/>
                </a:solidFill>
                <a:latin typeface="Play"/>
                <a:ea typeface="Play"/>
                <a:cs typeface="Play"/>
                <a:sym typeface="Play"/>
              </a:rPr>
              <a:t>Identity and Access</a:t>
            </a:r>
            <a:br>
              <a:rPr b="1" i="0" lang="en-US" sz="2500" u="none" cap="none" strike="noStrike">
                <a:solidFill>
                  <a:srgbClr val="FFFFFF"/>
                </a:solidFill>
                <a:latin typeface="Play"/>
                <a:ea typeface="Play"/>
                <a:cs typeface="Play"/>
                <a:sym typeface="Play"/>
              </a:rPr>
            </a:br>
            <a:r>
              <a:rPr b="1" i="0" lang="en-US" sz="2500" u="none" cap="none" strike="noStrike">
                <a:solidFill>
                  <a:srgbClr val="FFFFFF"/>
                </a:solidFill>
                <a:latin typeface="Play"/>
                <a:ea typeface="Play"/>
                <a:cs typeface="Play"/>
                <a:sym typeface="Play"/>
              </a:rPr>
              <a:t>Management (IAM) Analyst</a:t>
            </a:r>
            <a:endParaRPr/>
          </a:p>
        </p:txBody>
      </p:sp>
      <p:sp>
        <p:nvSpPr>
          <p:cNvPr id="56" name="Google Shape;56;p1"/>
          <p:cNvSpPr txBox="1"/>
          <p:nvPr/>
        </p:nvSpPr>
        <p:spPr>
          <a:xfrm>
            <a:off x="6400800" y="5687568"/>
            <a:ext cx="4480560" cy="310896"/>
          </a:xfrm>
          <a:prstGeom prst="rect">
            <a:avLst/>
          </a:prstGeom>
          <a:noFill/>
          <a:ln>
            <a:noFill/>
          </a:ln>
        </p:spPr>
        <p:txBody>
          <a:bodyPr anchorCtr="0" anchor="t" bIns="18275" lIns="27425" spcFirstLastPara="1" rIns="27425" wrap="square" tIns="18275">
            <a:noAutofit/>
          </a:bodyPr>
          <a:lstStyle/>
          <a:p>
            <a:pPr indent="0" lvl="0" marL="0" marR="0" rtl="0" algn="l">
              <a:spcBef>
                <a:spcPts val="0"/>
              </a:spcBef>
              <a:spcAft>
                <a:spcPts val="0"/>
              </a:spcAft>
              <a:buNone/>
            </a:pPr>
            <a:r>
              <a:rPr b="0" i="0" lang="en-US" sz="1250" u="none" cap="none" strike="noStrike">
                <a:solidFill>
                  <a:srgbClr val="FFFFFF"/>
                </a:solidFill>
                <a:latin typeface="Arial"/>
                <a:ea typeface="Arial"/>
                <a:cs typeface="Arial"/>
                <a:sym typeface="Arial"/>
              </a:rPr>
              <a:t>Job Description Activity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nvSpPr>
        <p:spPr>
          <a:xfrm>
            <a:off x="411480" y="274320"/>
            <a:ext cx="10789920" cy="502920"/>
          </a:xfrm>
          <a:prstGeom prst="rect">
            <a:avLst/>
          </a:prstGeom>
          <a:noFill/>
          <a:ln>
            <a:noFill/>
          </a:ln>
        </p:spPr>
        <p:txBody>
          <a:bodyPr anchorCtr="0" anchor="t" bIns="18275" lIns="27425" spcFirstLastPara="1" rIns="27425" wrap="square" tIns="18275">
            <a:noAutofit/>
          </a:bodyPr>
          <a:lstStyle/>
          <a:p>
            <a:pPr indent="0" lvl="0" marL="0" marR="0" rtl="0" algn="l">
              <a:spcBef>
                <a:spcPts val="0"/>
              </a:spcBef>
              <a:spcAft>
                <a:spcPts val="0"/>
              </a:spcAft>
              <a:buNone/>
            </a:pPr>
            <a:r>
              <a:rPr b="1" i="0" lang="en-US" sz="2500" u="none" cap="none" strike="noStrike">
                <a:solidFill>
                  <a:srgbClr val="7030A0"/>
                </a:solidFill>
                <a:latin typeface="Play"/>
                <a:ea typeface="Play"/>
                <a:cs typeface="Play"/>
                <a:sym typeface="Play"/>
              </a:rPr>
              <a:t>Job Description</a:t>
            </a:r>
            <a:endParaRPr/>
          </a:p>
        </p:txBody>
      </p:sp>
      <p:sp>
        <p:nvSpPr>
          <p:cNvPr id="62" name="Google Shape;62;p2"/>
          <p:cNvSpPr txBox="1"/>
          <p:nvPr/>
        </p:nvSpPr>
        <p:spPr>
          <a:xfrm>
            <a:off x="640080" y="878205"/>
            <a:ext cx="10515600" cy="1590675"/>
          </a:xfrm>
          <a:prstGeom prst="rect">
            <a:avLst/>
          </a:prstGeom>
          <a:noFill/>
          <a:ln>
            <a:noFill/>
          </a:ln>
        </p:spPr>
        <p:txBody>
          <a:bodyPr anchorCtr="0" anchor="t" bIns="18275" lIns="45700" spcFirstLastPara="1" rIns="45700" wrap="square" tIns="18275">
            <a:noAutofit/>
          </a:bodyPr>
          <a:lstStyle/>
          <a:p>
            <a:pPr indent="0" lvl="0" marL="0" marR="0" rtl="0" algn="l">
              <a:spcBef>
                <a:spcPts val="0"/>
              </a:spcBef>
              <a:spcAft>
                <a:spcPts val="0"/>
              </a:spcAft>
              <a:buNone/>
            </a:pPr>
            <a:r>
              <a:rPr b="1" i="0" lang="en-US" sz="1600" u="none" cap="none" strike="noStrike">
                <a:solidFill>
                  <a:srgbClr val="7030A0"/>
                </a:solidFill>
                <a:latin typeface="Arial"/>
                <a:ea typeface="Arial"/>
                <a:cs typeface="Arial"/>
                <a:sym typeface="Arial"/>
              </a:rPr>
              <a:t>1. Job Title and Summary</a:t>
            </a:r>
            <a:endParaRPr b="1" i="0" sz="1600" u="none" cap="none" strike="noStrike">
              <a:solidFill>
                <a:srgbClr val="7030A0"/>
              </a:solidFill>
              <a:latin typeface="Arial"/>
              <a:ea typeface="Arial"/>
              <a:cs typeface="Arial"/>
              <a:sym typeface="Arial"/>
            </a:endParaRPr>
          </a:p>
          <a:p>
            <a:pPr indent="0" lvl="0" marL="0" marR="0" rtl="0" algn="l">
              <a:lnSpc>
                <a:spcPct val="92000"/>
              </a:lnSpc>
              <a:spcBef>
                <a:spcPts val="400"/>
              </a:spcBef>
              <a:spcAft>
                <a:spcPts val="0"/>
              </a:spcAft>
              <a:buClr>
                <a:srgbClr val="333333"/>
              </a:buClr>
              <a:buSzPts val="1400"/>
              <a:buFont typeface="Arial"/>
              <a:buNone/>
            </a:pPr>
            <a:r>
              <a:rPr b="1" i="0" lang="en-US" sz="1400" u="none" cap="none" strike="noStrike">
                <a:solidFill>
                  <a:srgbClr val="333333"/>
                </a:solidFill>
                <a:latin typeface="Arial"/>
                <a:ea typeface="Arial"/>
                <a:cs typeface="Arial"/>
                <a:sym typeface="Arial"/>
              </a:rPr>
              <a:t> Role: Identity and Access Management (IAM) Analyst.</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rgbClr val="333333"/>
              </a:buClr>
              <a:buSzPts val="1400"/>
              <a:buFont typeface="Arial"/>
              <a:buNone/>
            </a:pPr>
            <a:r>
              <a:rPr b="1" i="0" lang="en-US" sz="1400" u="none" cap="none" strike="noStrike">
                <a:solidFill>
                  <a:srgbClr val="333333"/>
                </a:solidFill>
                <a:latin typeface="Arial"/>
                <a:ea typeface="Arial"/>
                <a:cs typeface="Arial"/>
                <a:sym typeface="Arial"/>
              </a:rPr>
              <a:t> Summary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 An IAM Analyst manages user identities, access permissions, and authentication controls across company systems. The role   exists to give users the right access at the right time while protecting company data and supporting compliance.</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This role is important because employees need secure access to tools, applications, and data to complete their daily work.</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IAM Analysts also reduce security risk by following approval workflows, removing outdated access, and keeping clear records for audits.</a:t>
            </a:r>
            <a:endParaRPr b="1" i="0" sz="1400" u="none" cap="none" strike="noStrike">
              <a:solidFill>
                <a:srgbClr val="333333"/>
              </a:solidFill>
              <a:latin typeface="Arial"/>
              <a:ea typeface="Arial"/>
              <a:cs typeface="Arial"/>
              <a:sym typeface="Arial"/>
            </a:endParaRPr>
          </a:p>
        </p:txBody>
      </p:sp>
      <p:sp>
        <p:nvSpPr>
          <p:cNvPr id="63" name="Google Shape;63;p2"/>
          <p:cNvSpPr txBox="1"/>
          <p:nvPr/>
        </p:nvSpPr>
        <p:spPr>
          <a:xfrm>
            <a:off x="640080" y="2693162"/>
            <a:ext cx="10561320" cy="3246120"/>
          </a:xfrm>
          <a:prstGeom prst="rect">
            <a:avLst/>
          </a:prstGeom>
          <a:noFill/>
          <a:ln>
            <a:noFill/>
          </a:ln>
        </p:spPr>
        <p:txBody>
          <a:bodyPr anchorCtr="0" anchor="t" bIns="18275" lIns="45700" spcFirstLastPara="1" rIns="45700" wrap="square" tIns="18275">
            <a:noAutofit/>
          </a:bodyPr>
          <a:lstStyle/>
          <a:p>
            <a:pPr indent="0" lvl="0" marL="0" marR="0" rtl="0" algn="l">
              <a:spcBef>
                <a:spcPts val="0"/>
              </a:spcBef>
              <a:spcAft>
                <a:spcPts val="0"/>
              </a:spcAft>
              <a:buNone/>
            </a:pPr>
            <a:r>
              <a:t/>
            </a:r>
            <a:endParaRPr b="1" i="0" sz="1300" u="none" cap="none" strike="noStrike">
              <a:solidFill>
                <a:srgbClr val="7030A0"/>
              </a:solidFill>
              <a:latin typeface="Arial"/>
              <a:ea typeface="Arial"/>
              <a:cs typeface="Arial"/>
              <a:sym typeface="Arial"/>
            </a:endParaRPr>
          </a:p>
          <a:p>
            <a:pPr indent="0" lvl="0" marL="0" marR="0" rtl="0" algn="l">
              <a:spcBef>
                <a:spcPts val="400"/>
              </a:spcBef>
              <a:spcAft>
                <a:spcPts val="0"/>
              </a:spcAft>
              <a:buNone/>
            </a:pPr>
            <a:r>
              <a:t/>
            </a:r>
            <a:endParaRPr b="1" i="0" sz="1300" u="none" cap="none" strike="noStrike">
              <a:solidFill>
                <a:srgbClr val="7030A0"/>
              </a:solidFill>
              <a:latin typeface="Arial"/>
              <a:ea typeface="Arial"/>
              <a:cs typeface="Arial"/>
              <a:sym typeface="Arial"/>
            </a:endParaRPr>
          </a:p>
          <a:p>
            <a:pPr indent="0" lvl="0" marL="0" marR="0" rtl="0" algn="l">
              <a:spcBef>
                <a:spcPts val="400"/>
              </a:spcBef>
              <a:spcAft>
                <a:spcPts val="0"/>
              </a:spcAft>
              <a:buNone/>
            </a:pPr>
            <a:r>
              <a:t/>
            </a:r>
            <a:endParaRPr b="1" sz="1600">
              <a:solidFill>
                <a:srgbClr val="7030A0"/>
              </a:solidFill>
            </a:endParaRPr>
          </a:p>
          <a:p>
            <a:pPr indent="0" lvl="0" marL="0" marR="0" rtl="0" algn="l">
              <a:spcBef>
                <a:spcPts val="400"/>
              </a:spcBef>
              <a:spcAft>
                <a:spcPts val="0"/>
              </a:spcAft>
              <a:buNone/>
            </a:pPr>
            <a:r>
              <a:rPr b="1" i="0" lang="en-US" sz="1600" u="none" cap="none" strike="noStrike">
                <a:solidFill>
                  <a:srgbClr val="7030A0"/>
                </a:solidFill>
                <a:latin typeface="Arial"/>
                <a:ea typeface="Arial"/>
                <a:cs typeface="Arial"/>
                <a:sym typeface="Arial"/>
              </a:rPr>
              <a:t>2. Responsibilities</a:t>
            </a:r>
            <a:endParaRPr b="1" i="0" sz="1600" u="none" cap="none" strike="noStrike">
              <a:solidFill>
                <a:srgbClr val="7030A0"/>
              </a:solidFill>
              <a:latin typeface="Arial"/>
              <a:ea typeface="Arial"/>
              <a:cs typeface="Arial"/>
              <a:sym typeface="Arial"/>
            </a:endParaRPr>
          </a:p>
          <a:p>
            <a:pPr indent="-285750" lvl="0" marL="285750" marR="0" rtl="0" algn="l">
              <a:lnSpc>
                <a:spcPct val="95000"/>
              </a:lnSpc>
              <a:spcBef>
                <a:spcPts val="4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Create, update, and deactivate user accounts for joiners, movers, and leavers.</a:t>
            </a:r>
            <a:endParaRPr b="1" i="0" sz="1400" u="none" cap="none" strike="noStrike">
              <a:solidFill>
                <a:srgbClr val="333333"/>
              </a:solidFill>
              <a:latin typeface="Arial"/>
              <a:ea typeface="Arial"/>
              <a:cs typeface="Arial"/>
              <a:sym typeface="Arial"/>
            </a:endParaRPr>
          </a:p>
          <a:p>
            <a:pPr indent="0" lvl="0" marL="0" marR="0" rtl="0" algn="l">
              <a:lnSpc>
                <a:spcPct val="95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5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Review access requests and confirm approvals based on role and business need.</a:t>
            </a:r>
            <a:endParaRPr b="1" i="0" sz="1400" u="none" cap="none" strike="noStrike">
              <a:solidFill>
                <a:srgbClr val="333333"/>
              </a:solidFill>
              <a:latin typeface="Arial"/>
              <a:ea typeface="Arial"/>
              <a:cs typeface="Arial"/>
              <a:sym typeface="Arial"/>
            </a:endParaRPr>
          </a:p>
          <a:p>
            <a:pPr indent="0" lvl="0" marL="0" marR="0" rtl="0" algn="l">
              <a:lnSpc>
                <a:spcPct val="95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5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Troubleshoot login, SSO, MFA, and account lockout issues for employees.</a:t>
            </a:r>
            <a:endParaRPr b="1" i="0" sz="1400" u="none" cap="none" strike="noStrike">
              <a:solidFill>
                <a:srgbClr val="333333"/>
              </a:solidFill>
              <a:latin typeface="Arial"/>
              <a:ea typeface="Arial"/>
              <a:cs typeface="Arial"/>
              <a:sym typeface="Arial"/>
            </a:endParaRPr>
          </a:p>
          <a:p>
            <a:pPr indent="0" lvl="0" marL="0" marR="0" rtl="0" algn="l">
              <a:lnSpc>
                <a:spcPct val="95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5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Perform access reviews and remove unnecessary or risky permissions.</a:t>
            </a:r>
            <a:endParaRPr b="1" i="0" sz="1400" u="none" cap="none" strike="noStrike">
              <a:solidFill>
                <a:srgbClr val="333333"/>
              </a:solidFill>
              <a:latin typeface="Arial"/>
              <a:ea typeface="Arial"/>
              <a:cs typeface="Arial"/>
              <a:sym typeface="Arial"/>
            </a:endParaRPr>
          </a:p>
          <a:p>
            <a:pPr indent="0" lvl="0" marL="0" marR="0" rtl="0" algn="l">
              <a:lnSpc>
                <a:spcPct val="95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5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Maintain IAM tickets, documentation, audit evidence, and access logs.</a:t>
            </a:r>
            <a:endParaRPr b="1" i="0" sz="1400" u="none" cap="none" strike="noStrike">
              <a:solidFill>
                <a:srgbClr val="333333"/>
              </a:solidFill>
              <a:latin typeface="Arial"/>
              <a:ea typeface="Arial"/>
              <a:cs typeface="Arial"/>
              <a:sym typeface="Arial"/>
            </a:endParaRPr>
          </a:p>
          <a:p>
            <a:pPr indent="0" lvl="0" marL="0" marR="0" rtl="0" algn="l">
              <a:lnSpc>
                <a:spcPct val="95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5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Work with HR, IT, security, compliance, and application owners to keep access accurate.</a:t>
            </a:r>
            <a:endParaRPr b="1" i="0" sz="1400" u="none" cap="none" strike="noStrike">
              <a:solidFill>
                <a:srgbClr val="333333"/>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nvSpPr>
        <p:spPr>
          <a:xfrm>
            <a:off x="411480" y="274320"/>
            <a:ext cx="10789920" cy="502920"/>
          </a:xfrm>
          <a:prstGeom prst="rect">
            <a:avLst/>
          </a:prstGeom>
          <a:noFill/>
          <a:ln>
            <a:noFill/>
          </a:ln>
        </p:spPr>
        <p:txBody>
          <a:bodyPr anchorCtr="0" anchor="t" bIns="18275" lIns="27425" spcFirstLastPara="1" rIns="27425" wrap="square" tIns="18275">
            <a:noAutofit/>
          </a:bodyPr>
          <a:lstStyle/>
          <a:p>
            <a:pPr indent="0" lvl="0" marL="0" marR="0" rtl="0" algn="l">
              <a:spcBef>
                <a:spcPts val="0"/>
              </a:spcBef>
              <a:spcAft>
                <a:spcPts val="0"/>
              </a:spcAft>
              <a:buNone/>
            </a:pPr>
            <a:r>
              <a:rPr b="1" i="0" lang="en-US" sz="2500" u="none" cap="none" strike="noStrike">
                <a:solidFill>
                  <a:srgbClr val="7030A0"/>
                </a:solidFill>
                <a:latin typeface="Play"/>
                <a:ea typeface="Play"/>
                <a:cs typeface="Play"/>
                <a:sym typeface="Play"/>
              </a:rPr>
              <a:t>Skills &amp; Deliverables</a:t>
            </a:r>
            <a:endParaRPr/>
          </a:p>
        </p:txBody>
      </p:sp>
      <p:sp>
        <p:nvSpPr>
          <p:cNvPr id="69" name="Google Shape;69;p3"/>
          <p:cNvSpPr txBox="1"/>
          <p:nvPr/>
        </p:nvSpPr>
        <p:spPr>
          <a:xfrm>
            <a:off x="594360" y="868680"/>
            <a:ext cx="10561320" cy="2331720"/>
          </a:xfrm>
          <a:prstGeom prst="rect">
            <a:avLst/>
          </a:prstGeom>
          <a:noFill/>
          <a:ln>
            <a:noFill/>
          </a:ln>
        </p:spPr>
        <p:txBody>
          <a:bodyPr anchorCtr="0" anchor="t" bIns="18275" lIns="45700" spcFirstLastPara="1" rIns="45700" wrap="square" tIns="18275">
            <a:noAutofit/>
          </a:bodyPr>
          <a:lstStyle/>
          <a:p>
            <a:pPr indent="0" lvl="0" marL="0" marR="0" rtl="0" algn="l">
              <a:spcBef>
                <a:spcPts val="0"/>
              </a:spcBef>
              <a:spcAft>
                <a:spcPts val="0"/>
              </a:spcAft>
              <a:buNone/>
            </a:pPr>
            <a:r>
              <a:rPr b="1" i="0" lang="en-US" sz="1600" u="none" cap="none" strike="noStrike">
                <a:solidFill>
                  <a:srgbClr val="7030A0"/>
                </a:solidFill>
                <a:latin typeface="Arial"/>
                <a:ea typeface="Arial"/>
                <a:cs typeface="Arial"/>
                <a:sym typeface="Arial"/>
              </a:rPr>
              <a:t>3. Required Skills and Tools</a:t>
            </a:r>
            <a:endParaRPr b="1" i="0" sz="1600" u="none" cap="none" strike="noStrike">
              <a:solidFill>
                <a:srgbClr val="7030A0"/>
              </a:solidFill>
              <a:latin typeface="Arial"/>
              <a:ea typeface="Arial"/>
              <a:cs typeface="Arial"/>
              <a:sym typeface="Arial"/>
            </a:endParaRPr>
          </a:p>
          <a:p>
            <a:pPr indent="-285750" lvl="0" marL="285750" marR="0" rtl="0" algn="l">
              <a:lnSpc>
                <a:spcPct val="92000"/>
              </a:lnSpc>
              <a:spcBef>
                <a:spcPts val="4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IAM concepts: RBAC, least privilege, SSO, MFA, provisioning, deprovisioning, and access governance.</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Platforms: Microsoft Entra ID / Azure AD, Active Directory, Okta, or another IAM tool.</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Ticketing and reporting: ServiceNow or Jira, Microsoft 365, Excel, Teams, and basic dashboards.</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Cybersecurity basics: account security, data protection, audit readiness, and policy compliance.</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Soft skills: attention to detail, communication, documentation, confidentiality, and problem solving.</a:t>
            </a:r>
            <a:endParaRPr b="1" i="0" sz="1400" u="none" cap="none" strike="noStrike">
              <a:solidFill>
                <a:srgbClr val="333333"/>
              </a:solidFill>
              <a:latin typeface="Arial"/>
              <a:ea typeface="Arial"/>
              <a:cs typeface="Arial"/>
              <a:sym typeface="Arial"/>
            </a:endParaRPr>
          </a:p>
        </p:txBody>
      </p:sp>
      <p:sp>
        <p:nvSpPr>
          <p:cNvPr id="70" name="Google Shape;70;p3"/>
          <p:cNvSpPr txBox="1"/>
          <p:nvPr/>
        </p:nvSpPr>
        <p:spPr>
          <a:xfrm>
            <a:off x="594360" y="3337560"/>
            <a:ext cx="10561320" cy="2148840"/>
          </a:xfrm>
          <a:prstGeom prst="rect">
            <a:avLst/>
          </a:prstGeom>
          <a:noFill/>
          <a:ln>
            <a:noFill/>
          </a:ln>
        </p:spPr>
        <p:txBody>
          <a:bodyPr anchorCtr="0" anchor="t" bIns="18275" lIns="45700" spcFirstLastPara="1" rIns="45700" wrap="square" tIns="18275">
            <a:noAutofit/>
          </a:bodyPr>
          <a:lstStyle/>
          <a:p>
            <a:pPr indent="0" lvl="0" marL="0" marR="0" rtl="0" algn="l">
              <a:spcBef>
                <a:spcPts val="0"/>
              </a:spcBef>
              <a:spcAft>
                <a:spcPts val="0"/>
              </a:spcAft>
              <a:buNone/>
            </a:pPr>
            <a:r>
              <a:rPr b="1" i="0" lang="en-US" sz="1600" u="none" cap="none" strike="noStrike">
                <a:solidFill>
                  <a:srgbClr val="7030A0"/>
                </a:solidFill>
                <a:latin typeface="Arial"/>
                <a:ea typeface="Arial"/>
                <a:cs typeface="Arial"/>
                <a:sym typeface="Arial"/>
              </a:rPr>
              <a:t>4. Sample Deliverables</a:t>
            </a:r>
            <a:endParaRPr b="1" i="0" sz="1600" u="none" cap="none" strike="noStrike">
              <a:solidFill>
                <a:srgbClr val="7030A0"/>
              </a:solidFill>
              <a:latin typeface="Arial"/>
              <a:ea typeface="Arial"/>
              <a:cs typeface="Arial"/>
              <a:sym typeface="Arial"/>
            </a:endParaRPr>
          </a:p>
          <a:p>
            <a:pPr indent="-285750" lvl="0" marL="285750" marR="0" rtl="0" algn="l">
              <a:lnSpc>
                <a:spcPct val="92000"/>
              </a:lnSpc>
              <a:spcBef>
                <a:spcPts val="4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Completed access request tickets with notes, approvals, and closure details.</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User access review reports and remediation trackers.</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Provisioning and deprovisioning logs for audit evidence.</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IAM process documentation, access matrices, and exception lists.</a:t>
            </a:r>
            <a:endParaRPr b="1" i="0" sz="1400" u="none" cap="none" strike="noStrike">
              <a:solidFill>
                <a:srgbClr val="333333"/>
              </a:solidFill>
              <a:latin typeface="Arial"/>
              <a:ea typeface="Arial"/>
              <a:cs typeface="Arial"/>
              <a:sym typeface="Arial"/>
            </a:endParaRPr>
          </a:p>
          <a:p>
            <a:pPr indent="0" lvl="0" marL="0" marR="0" rtl="0" algn="l">
              <a:lnSpc>
                <a:spcPct val="92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2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Security metrics such as pending requests, review status, and SLA performance.</a:t>
            </a:r>
            <a:endParaRPr b="1" i="0" sz="1400" u="none" cap="none" strike="noStrike">
              <a:solidFill>
                <a:srgbClr val="33333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nvSpPr>
        <p:spPr>
          <a:xfrm>
            <a:off x="411480" y="274320"/>
            <a:ext cx="10789920" cy="502920"/>
          </a:xfrm>
          <a:prstGeom prst="rect">
            <a:avLst/>
          </a:prstGeom>
          <a:noFill/>
          <a:ln>
            <a:noFill/>
          </a:ln>
        </p:spPr>
        <p:txBody>
          <a:bodyPr anchorCtr="0" anchor="t" bIns="18275" lIns="27425" spcFirstLastPara="1" rIns="27425" wrap="square" tIns="18275">
            <a:noAutofit/>
          </a:bodyPr>
          <a:lstStyle/>
          <a:p>
            <a:pPr indent="0" lvl="0" marL="0" marR="0" rtl="0" algn="l">
              <a:spcBef>
                <a:spcPts val="0"/>
              </a:spcBef>
              <a:spcAft>
                <a:spcPts val="0"/>
              </a:spcAft>
              <a:buNone/>
            </a:pPr>
            <a:r>
              <a:rPr b="1" i="0" lang="en-US" sz="2500" u="none" cap="none" strike="noStrike">
                <a:solidFill>
                  <a:srgbClr val="7030A0"/>
                </a:solidFill>
                <a:latin typeface="Play"/>
                <a:ea typeface="Play"/>
                <a:cs typeface="Play"/>
                <a:sym typeface="Play"/>
              </a:rPr>
              <a:t>Workplace</a:t>
            </a:r>
            <a:endParaRPr/>
          </a:p>
        </p:txBody>
      </p:sp>
      <p:sp>
        <p:nvSpPr>
          <p:cNvPr id="76" name="Google Shape;76;p4"/>
          <p:cNvSpPr txBox="1"/>
          <p:nvPr/>
        </p:nvSpPr>
        <p:spPr>
          <a:xfrm>
            <a:off x="594360" y="868680"/>
            <a:ext cx="10561320" cy="1920240"/>
          </a:xfrm>
          <a:prstGeom prst="rect">
            <a:avLst/>
          </a:prstGeom>
          <a:noFill/>
          <a:ln>
            <a:noFill/>
          </a:ln>
        </p:spPr>
        <p:txBody>
          <a:bodyPr anchorCtr="0" anchor="t" bIns="18275" lIns="45700" spcFirstLastPara="1" rIns="45700" wrap="square" tIns="18275">
            <a:noAutofit/>
          </a:bodyPr>
          <a:lstStyle/>
          <a:p>
            <a:pPr indent="0" lvl="0" marL="0" marR="0" rtl="0" algn="l">
              <a:spcBef>
                <a:spcPts val="0"/>
              </a:spcBef>
              <a:spcAft>
                <a:spcPts val="0"/>
              </a:spcAft>
              <a:buNone/>
            </a:pPr>
            <a:r>
              <a:rPr b="1" i="0" lang="en-US" sz="1600" u="none" cap="none" strike="noStrike">
                <a:solidFill>
                  <a:srgbClr val="7030A0"/>
                </a:solidFill>
                <a:latin typeface="Arial"/>
                <a:ea typeface="Arial"/>
                <a:cs typeface="Arial"/>
                <a:sym typeface="Arial"/>
              </a:rPr>
              <a:t>5. Ideal Work Environment</a:t>
            </a:r>
            <a:endParaRPr b="1" i="0" sz="1600" u="none" cap="none" strike="noStrike">
              <a:solidFill>
                <a:srgbClr val="7030A0"/>
              </a:solidFill>
              <a:latin typeface="Arial"/>
              <a:ea typeface="Arial"/>
              <a:cs typeface="Arial"/>
              <a:sym typeface="Arial"/>
            </a:endParaRPr>
          </a:p>
          <a:p>
            <a:pPr indent="-285750" lvl="0" marL="285750" marR="0" rtl="0" algn="l">
              <a:lnSpc>
                <a:spcPct val="94000"/>
              </a:lnSpc>
              <a:spcBef>
                <a:spcPts val="4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Usually part of a structured IT or cybersecurity team in a medium-to-large company, enterprise, healthcare, education, finance, or government environment.</a:t>
            </a:r>
            <a:endParaRPr b="1" i="0" sz="1400" u="none" cap="none" strike="noStrike">
              <a:solidFill>
                <a:srgbClr val="333333"/>
              </a:solidFill>
              <a:latin typeface="Arial"/>
              <a:ea typeface="Arial"/>
              <a:cs typeface="Arial"/>
              <a:sym typeface="Arial"/>
            </a:endParaRPr>
          </a:p>
          <a:p>
            <a:pPr indent="0" lvl="0" marL="0" marR="0" rtl="0" algn="l">
              <a:lnSpc>
                <a:spcPct val="94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4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Team-based work style with regular collaboration across HR, help desk, security, compliance, and application teams.</a:t>
            </a:r>
            <a:endParaRPr b="1" i="0" sz="1400" u="none" cap="none" strike="noStrike">
              <a:solidFill>
                <a:srgbClr val="333333"/>
              </a:solidFill>
              <a:latin typeface="Arial"/>
              <a:ea typeface="Arial"/>
              <a:cs typeface="Arial"/>
              <a:sym typeface="Arial"/>
            </a:endParaRPr>
          </a:p>
          <a:p>
            <a:pPr indent="0" lvl="0" marL="0" marR="0" rtl="0" algn="l">
              <a:lnSpc>
                <a:spcPct val="94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4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Daily work is ticket-driven, process-oriented, and focused on accuracy, confidentiality, and timely support.</a:t>
            </a:r>
            <a:endParaRPr b="1" i="0" sz="1400" u="none" cap="none" strike="noStrike">
              <a:solidFill>
                <a:srgbClr val="333333"/>
              </a:solidFill>
              <a:latin typeface="Arial"/>
              <a:ea typeface="Arial"/>
              <a:cs typeface="Arial"/>
              <a:sym typeface="Arial"/>
            </a:endParaRPr>
          </a:p>
        </p:txBody>
      </p:sp>
      <p:sp>
        <p:nvSpPr>
          <p:cNvPr id="77" name="Google Shape;77;p4"/>
          <p:cNvSpPr txBox="1"/>
          <p:nvPr/>
        </p:nvSpPr>
        <p:spPr>
          <a:xfrm>
            <a:off x="594360" y="3017520"/>
            <a:ext cx="10561320" cy="2560320"/>
          </a:xfrm>
          <a:prstGeom prst="rect">
            <a:avLst/>
          </a:prstGeom>
          <a:noFill/>
          <a:ln>
            <a:noFill/>
          </a:ln>
        </p:spPr>
        <p:txBody>
          <a:bodyPr anchorCtr="0" anchor="t" bIns="18275" lIns="45700" spcFirstLastPara="1" rIns="45700" wrap="square" tIns="18275">
            <a:noAutofit/>
          </a:bodyPr>
          <a:lstStyle/>
          <a:p>
            <a:pPr indent="0" lvl="0" marL="0" marR="0" rtl="0" algn="l">
              <a:spcBef>
                <a:spcPts val="0"/>
              </a:spcBef>
              <a:spcAft>
                <a:spcPts val="0"/>
              </a:spcAft>
              <a:buNone/>
            </a:pPr>
            <a:r>
              <a:rPr b="1" i="0" lang="en-US" sz="1600" u="none" cap="none" strike="noStrike">
                <a:solidFill>
                  <a:srgbClr val="7030A0"/>
                </a:solidFill>
                <a:latin typeface="Arial"/>
                <a:ea typeface="Arial"/>
                <a:cs typeface="Arial"/>
                <a:sym typeface="Arial"/>
              </a:rPr>
              <a:t>6. Growth Style and Rigor</a:t>
            </a:r>
            <a:endParaRPr b="1" i="0" sz="1600" u="none" cap="none" strike="noStrike">
              <a:solidFill>
                <a:srgbClr val="7030A0"/>
              </a:solidFill>
              <a:latin typeface="Arial"/>
              <a:ea typeface="Arial"/>
              <a:cs typeface="Arial"/>
              <a:sym typeface="Arial"/>
            </a:endParaRPr>
          </a:p>
          <a:p>
            <a:pPr indent="-285750" lvl="0" marL="285750" marR="0" rtl="0" algn="l">
              <a:lnSpc>
                <a:spcPct val="94000"/>
              </a:lnSpc>
              <a:spcBef>
                <a:spcPts val="4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Moderate to fast-paced during onboarding, offboarding, audits, system changes, and security incidents.</a:t>
            </a:r>
            <a:endParaRPr b="1" i="0" sz="1400" u="none" cap="none" strike="noStrike">
              <a:solidFill>
                <a:srgbClr val="333333"/>
              </a:solidFill>
              <a:latin typeface="Arial"/>
              <a:ea typeface="Arial"/>
              <a:cs typeface="Arial"/>
              <a:sym typeface="Arial"/>
            </a:endParaRPr>
          </a:p>
          <a:p>
            <a:pPr indent="0" lvl="0" marL="0" marR="0" rtl="0" algn="l">
              <a:lnSpc>
                <a:spcPct val="94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4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High attention to detail is required because incorrect access can create security and compliance risk.</a:t>
            </a:r>
            <a:endParaRPr b="1" i="0" sz="1400" u="none" cap="none" strike="noStrike">
              <a:solidFill>
                <a:srgbClr val="333333"/>
              </a:solidFill>
              <a:latin typeface="Arial"/>
              <a:ea typeface="Arial"/>
              <a:cs typeface="Arial"/>
              <a:sym typeface="Arial"/>
            </a:endParaRPr>
          </a:p>
          <a:p>
            <a:pPr indent="0" lvl="0" marL="0" marR="0" rtl="0" algn="l">
              <a:lnSpc>
                <a:spcPct val="94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4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Good entry point into cybersecurity, with growth toward IAM Engineer, Security Analyst, GRC Analyst, Cloud Security, or Privileged Access Management roles.</a:t>
            </a:r>
            <a:endParaRPr b="1" i="0" sz="1400" u="none" cap="none" strike="noStrike">
              <a:solidFill>
                <a:srgbClr val="333333"/>
              </a:solidFill>
              <a:latin typeface="Arial"/>
              <a:ea typeface="Arial"/>
              <a:cs typeface="Arial"/>
              <a:sym typeface="Arial"/>
            </a:endParaRPr>
          </a:p>
          <a:p>
            <a:pPr indent="0" lvl="0" marL="0" marR="0" rtl="0" algn="l">
              <a:lnSpc>
                <a:spcPct val="94000"/>
              </a:lnSpc>
              <a:spcBef>
                <a:spcPts val="200"/>
              </a:spcBef>
              <a:spcAft>
                <a:spcPts val="0"/>
              </a:spcAft>
              <a:buClr>
                <a:schemeClr val="dk1"/>
              </a:buClr>
              <a:buSzPts val="1400"/>
              <a:buFont typeface="Arial"/>
              <a:buNone/>
            </a:pPr>
            <a:r>
              <a:t/>
            </a:r>
            <a:endParaRPr b="1" i="0" sz="1400" u="none" cap="none" strike="noStrike">
              <a:solidFill>
                <a:srgbClr val="333333"/>
              </a:solidFill>
              <a:latin typeface="Arial"/>
              <a:ea typeface="Arial"/>
              <a:cs typeface="Arial"/>
              <a:sym typeface="Arial"/>
            </a:endParaRPr>
          </a:p>
          <a:p>
            <a:pPr indent="-285750" lvl="0" marL="285750" marR="0" rtl="0" algn="l">
              <a:lnSpc>
                <a:spcPct val="94000"/>
              </a:lnSpc>
              <a:spcBef>
                <a:spcPts val="200"/>
              </a:spcBef>
              <a:spcAft>
                <a:spcPts val="0"/>
              </a:spcAft>
              <a:buClr>
                <a:srgbClr val="333333"/>
              </a:buClr>
              <a:buSzPts val="1400"/>
              <a:buFont typeface="Arial"/>
              <a:buChar char="•"/>
            </a:pPr>
            <a:r>
              <a:rPr b="1" i="0" lang="en-US" sz="1400" u="none" cap="none" strike="noStrike">
                <a:solidFill>
                  <a:srgbClr val="333333"/>
                </a:solidFill>
                <a:latin typeface="Arial"/>
                <a:ea typeface="Arial"/>
                <a:cs typeface="Arial"/>
                <a:sym typeface="Arial"/>
              </a:rPr>
              <a:t>Often includes procedures and mentorship, but analysts must be proactive, organized, and consistent with security controls.</a:t>
            </a:r>
            <a:endParaRPr b="1" i="0" sz="1400" u="none" cap="none" strike="noStrike">
              <a:solidFill>
                <a:srgbClr val="33333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2023-06-12T15:38:00Z</dcterms:created>
  <dc:creator>Caitlin Knecht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0x01010083C38FE0D61D5046BB8E8D30AC84F4CC</vt:lpwstr>
  </property>
  <property fmtid="{D5CDD505-2E9C-101B-9397-08002B2CF9AE}" pid="3" name="Order">
    <vt:r8>1900.0</vt:r8>
  </property>
  <property fmtid="{D5CDD505-2E9C-101B-9397-08002B2CF9AE}" pid="4" name="MediaServiceImageTags">
    <vt:lpwstr/>
  </property>
  <property fmtid="{D5CDD505-2E9C-101B-9397-08002B2CF9AE}" pid="5" name="ICV">
    <vt:lpwstr>51A59D38A11E41488578D81876510C81_13</vt:lpwstr>
  </property>
  <property fmtid="{D5CDD505-2E9C-101B-9397-08002B2CF9AE}" pid="6" name="KSOProductBuildVer">
    <vt:lpwstr>2057-12.2.0.23206</vt:lpwstr>
  </property>
</Properties>
</file>