
<file path=[Content_Types].xml><?xml version="1.0" encoding="utf-8"?>
<Types xmlns="http://schemas.openxmlformats.org/package/2006/content-types">
  <Default ContentType="application/xml" Extension="xml"/>
  <Default ContentType="image/png" Extension="png"/>
  <Default ContentType="application/vnd.openxmlformats-officedocument.obfuscatedFont" Extension="odttf"/>
  <Default ContentType="application/vnd.openxmlformats-package.relationships+xml" Extension="rels"/>
  <Override ContentType="application/vnd.openxmlformats-officedocument.presentationml.notesSlide+xml" PartName="/ppt/notesSlides/notesSlide1.xml"/>
  <Override ContentType="application/vnd.openxmlformats-officedocument.presentationml.notesSlide+xml" PartName="/ppt/notesSlides/notesSlide3.xml"/>
  <Override ContentType="application/vnd.openxmlformats-officedocument.presentationml.notesSlide+xml" PartName="/ppt/notesSlides/notesSlide2.xml"/>
  <Override ContentType="application/vnd.openxmlformats-officedocument.presentationml.notesSlide+xml" PartName="/ppt/notesSlides/notesSlide5.xml"/>
  <Override ContentType="application/vnd.openxmlformats-officedocument.presentationml.notesSlide+xml" PartName="/ppt/notesSlides/notesSlide4.xml"/>
  <Override ContentType="application/vnd.openxmlformats-officedocument.presentationml.slideLayout+xml" PartName="/ppt/slideLayouts/slideLayout3.xml"/>
  <Override ContentType="application/vnd.openxmlformats-officedocument.presentationml.slideLayout+xml" PartName="/ppt/slideLayouts/slideLayout4.xml"/>
  <Override ContentType="application/vnd.openxmlformats-officedocument.presentationml.slideLayout+xml" PartName="/ppt/slideLayouts/slideLayout5.xml"/>
  <Override ContentType="application/vnd.openxmlformats-officedocument.presentationml.slideLayout+xml" PartName="/ppt/slideLayouts/slideLayout2.xml"/>
  <Override ContentType="application/vnd.openxmlformats-officedocument.presentationml.slideLayout+xml" PartName="/ppt/slideLayouts/slideLayout11.xml"/>
  <Override ContentType="application/vnd.openxmlformats-officedocument.presentationml.slideLayout+xml" PartName="/ppt/slideLayouts/slideLayout1.xml"/>
  <Override ContentType="application/vnd.openxmlformats-officedocument.presentationml.slideLayout+xml" PartName="/ppt/slideLayouts/slideLayout10.xml"/>
  <Override ContentType="application/vnd.openxmlformats-officedocument.presentationml.slideLayout+xml" PartName="/ppt/slideLayouts/slideLayout7.xml"/>
  <Override ContentType="application/vnd.openxmlformats-officedocument.presentationml.slideLayout+xml" PartName="/ppt/slideLayouts/slideLayout6.xml"/>
  <Override ContentType="application/vnd.openxmlformats-officedocument.presentationml.slideLayout+xml" PartName="/ppt/slideLayouts/slideLayout8.xml"/>
  <Override ContentType="application/vnd.openxmlformats-officedocument.presentationml.slideLayout+xml" PartName="/ppt/slideLayouts/slideLayout9.xml"/>
  <Override ContentType="application/vnd.openxmlformats-officedocument.presentationml.slideMaster+xml" PartName="/ppt/slideMasters/slideMaster1.xml"/>
  <Override ContentType="application/binary" PartName="/ppt/metadata"/>
  <Override ContentType="application/vnd.openxmlformats-officedocument.presentationml.slide+xml" PartName="/ppt/slides/slide4.xml"/>
  <Override ContentType="application/vnd.openxmlformats-officedocument.presentationml.slide+xml" PartName="/ppt/slides/slide1.xml"/>
  <Override ContentType="application/vnd.openxmlformats-officedocument.presentationml.slide+xml" PartName="/ppt/slides/slide2.xml"/>
  <Override ContentType="application/vnd.openxmlformats-officedocument.presentationml.slide+xml" PartName="/ppt/slides/slide3.xml"/>
  <Override ContentType="application/vnd.openxmlformats-officedocument.presentationml.slide+xml" PartName="/ppt/slides/slide5.xml"/>
  <Override ContentType="application/vnd.openxmlformats-officedocument.presentationml.notesMaster+xml" PartName="/ppt/notesMasters/notesMaster1.xml"/>
  <Override ContentType="application/vnd.openxmlformats-package.core-properties+xml" PartName="/docProps/core.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theme+xml" PartName="/ppt/theme/theme1.xml"/>
  <Override ContentType="application/vnd.openxmlformats-officedocument.theme+xml" PartName="/ppt/theme/theme2.xml"/>
  <Override ContentType="application/vnd.openxmlformats-officedocument.presentationml.viewProps+xml" PartName="/ppt/viewProps.xml"/>
</Types>
</file>

<file path=_rels/.rels><?xml version="1.0" encoding="UTF-8" standalone="yes"?><Relationships xmlns="http://schemas.openxmlformats.org/package/2006/relationships"><Relationship Id="rId1" Type="http://schemas.openxmlformats.org/package/2006/relationships/metadata/core-properties" Target="docProps/core.xml"/><Relationship Id="rId2"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strictFirstAndLastChars="0" saveSubsetFonts="1">
  <p:sldMasterIdLst>
    <p:sldMasterId id="2147483648" r:id="rId4"/>
  </p:sldMasterIdLst>
  <p:notesMasterIdLst>
    <p:notesMasterId r:id="rId5"/>
  </p:notesMasterIdLst>
  <p:sldIdLst>
    <p:sldId id="256" r:id="rId6"/>
    <p:sldId id="257" r:id="rId7"/>
    <p:sldId id="258" r:id="rId8"/>
    <p:sldId id="259" r:id="rId9"/>
    <p:sldId id="260" r:id="rId10"/>
  </p:sldIdLst>
  <p:sldSz cy="5143500" cx="9144000"/>
  <p:notesSz cx="6858000" cy="9144000"/>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defaultTextStyle>
  <p:extLst>
    <p:ext uri="{EFAFB233-063F-42B5-8137-9DF3F51BA10A}">
      <p15:sldGuideLst>
        <p15:guide id="1" orient="horz" pos="2160">
          <p15:clr>
            <a:srgbClr val="000000"/>
          </p15:clr>
        </p15:guide>
        <p15:guide id="2" pos="2880">
          <p15:clr>
            <a:srgbClr val="000000"/>
          </p15:clr>
        </p15:guide>
      </p15:sldGuideLst>
    </p:ext>
    <p:ext uri="GoogleSlidesCustomDataVersion2">
      <go:slidesCustomData xmlns:go="http://customooxmlschemas.google.com/" r:id="rId11" roundtripDataSignature="AMtx7mgiV7GHrineFOl0xiYmARLsOXOdqA=="/>
    </p:ext>
  </p:extLst>
</p:presentation>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viewProps.xml><?xml version="1.0" encoding="utf-8"?>
<p:view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Comments="0">
  <p:slideViewPr>
    <p:cSldViewPr snapToGrid="0">
      <p:cViewPr varScale="1">
        <p:scale>
          <a:sx n="100" d="100"/>
          <a:sy n="100" d="100"/>
        </p:scale>
        <p:origin x="0" y="0"/>
      </p:cViewPr>
      <p:guideLst>
        <p:guide pos="2160" orient="horz"/>
        <p:guide pos="2880"/>
      </p:guideLst>
    </p:cSldViewPr>
  </p:slideViewPr>
</p:viewPr>
</file>

<file path=ppt/_rels/presentation.xml.rels><?xml version="1.0" encoding="UTF-8" standalone="yes"?><Relationships xmlns="http://schemas.openxmlformats.org/package/2006/relationships"><Relationship Id="rId1" Type="http://schemas.openxmlformats.org/officeDocument/2006/relationships/theme" Target="theme/theme2.xml"/><Relationship Id="rId2" Type="http://schemas.openxmlformats.org/officeDocument/2006/relationships/viewProps" Target="viewProps.xml"/><Relationship Id="rId3" Type="http://schemas.openxmlformats.org/officeDocument/2006/relationships/presProps" Target="presProps.xml"/><Relationship Id="rId4" Type="http://schemas.openxmlformats.org/officeDocument/2006/relationships/slideMaster" Target="slideMasters/slideMaster1.xml"/><Relationship Id="rId11" Type="http://customschemas.google.com/relationships/presentationmetadata" Target="metadata"/><Relationship Id="rId10" Type="http://schemas.openxmlformats.org/officeDocument/2006/relationships/slide" Target="slides/slide5.xml"/><Relationship Id="rId9" Type="http://schemas.openxmlformats.org/officeDocument/2006/relationships/slide" Target="slides/slide4.xml"/><Relationship Id="rId5" Type="http://schemas.openxmlformats.org/officeDocument/2006/relationships/notesMaster" Target="notesMasters/notesMaster1.xml"/><Relationship Id="rId6" Type="http://schemas.openxmlformats.org/officeDocument/2006/relationships/slide" Target="slides/slide1.xml"/><Relationship Id="rId7" Type="http://schemas.openxmlformats.org/officeDocument/2006/relationships/slide" Target="slides/slide2.xml"/><Relationship Id="rId8" Type="http://schemas.openxmlformats.org/officeDocument/2006/relationships/slide" Target="slides/slide3.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1.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 name="Shape 2"/>
        <p:cNvGrpSpPr/>
        <p:nvPr/>
      </p:nvGrpSpPr>
      <p:grpSpPr>
        <a:xfrm>
          <a:off x="0" y="0"/>
          <a:ext cx="0" cy="0"/>
          <a:chOff x="0" y="0"/>
          <a:chExt cx="0" cy="0"/>
        </a:xfrm>
      </p:grpSpPr>
      <p:sp>
        <p:nvSpPr>
          <p:cNvPr id="3" name="Google Shape;3;n"/>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4" name="Google Shape;4;n"/>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lvl1pPr indent="-298450" lvl="0" marL="457200">
              <a:spcBef>
                <a:spcPts val="0"/>
              </a:spcBef>
              <a:spcAft>
                <a:spcPts val="0"/>
              </a:spcAft>
              <a:buSzPts val="1100"/>
              <a:buChar char="●"/>
              <a:defRPr sz="1100"/>
            </a:lvl1pPr>
            <a:lvl2pPr indent="-298450" lvl="1" marL="914400">
              <a:spcBef>
                <a:spcPts val="0"/>
              </a:spcBef>
              <a:spcAft>
                <a:spcPts val="0"/>
              </a:spcAft>
              <a:buSzPts val="1100"/>
              <a:buChar char="○"/>
              <a:defRPr sz="1100"/>
            </a:lvl2pPr>
            <a:lvl3pPr indent="-298450" lvl="2" marL="1371600">
              <a:spcBef>
                <a:spcPts val="0"/>
              </a:spcBef>
              <a:spcAft>
                <a:spcPts val="0"/>
              </a:spcAft>
              <a:buSzPts val="1100"/>
              <a:buChar char="■"/>
              <a:defRPr sz="1100"/>
            </a:lvl3pPr>
            <a:lvl4pPr indent="-298450" lvl="3" marL="1828800">
              <a:spcBef>
                <a:spcPts val="0"/>
              </a:spcBef>
              <a:spcAft>
                <a:spcPts val="0"/>
              </a:spcAft>
              <a:buSzPts val="1100"/>
              <a:buChar char="●"/>
              <a:defRPr sz="1100"/>
            </a:lvl4pPr>
            <a:lvl5pPr indent="-298450" lvl="4" marL="2286000">
              <a:spcBef>
                <a:spcPts val="0"/>
              </a:spcBef>
              <a:spcAft>
                <a:spcPts val="0"/>
              </a:spcAft>
              <a:buSzPts val="1100"/>
              <a:buChar char="○"/>
              <a:defRPr sz="1100"/>
            </a:lvl5pPr>
            <a:lvl6pPr indent="-298450" lvl="5" marL="2743200">
              <a:spcBef>
                <a:spcPts val="0"/>
              </a:spcBef>
              <a:spcAft>
                <a:spcPts val="0"/>
              </a:spcAft>
              <a:buSzPts val="1100"/>
              <a:buChar char="■"/>
              <a:defRPr sz="1100"/>
            </a:lvl6pPr>
            <a:lvl7pPr indent="-298450" lvl="6" marL="3200400">
              <a:spcBef>
                <a:spcPts val="0"/>
              </a:spcBef>
              <a:spcAft>
                <a:spcPts val="0"/>
              </a:spcAft>
              <a:buSzPts val="1100"/>
              <a:buChar char="●"/>
              <a:defRPr sz="1100"/>
            </a:lvl7pPr>
            <a:lvl8pPr indent="-298450" lvl="7" marL="3657600">
              <a:spcBef>
                <a:spcPts val="0"/>
              </a:spcBef>
              <a:spcAft>
                <a:spcPts val="0"/>
              </a:spcAft>
              <a:buSzPts val="1100"/>
              <a:buChar char="○"/>
              <a:defRPr sz="1100"/>
            </a:lvl8pPr>
            <a:lvl9pPr indent="-298450" lvl="8" marL="4114800">
              <a:spcBef>
                <a:spcPts val="0"/>
              </a:spcBef>
              <a:spcAft>
                <a:spcPts val="0"/>
              </a:spcAft>
              <a:buSzPts val="1100"/>
              <a:buChar char="■"/>
              <a:defRPr sz="1100"/>
            </a:lvl9pPr>
          </a:lstStyle>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0" name="Shape 80"/>
        <p:cNvGrpSpPr/>
        <p:nvPr/>
      </p:nvGrpSpPr>
      <p:grpSpPr>
        <a:xfrm>
          <a:off x="0" y="0"/>
          <a:ext cx="0" cy="0"/>
          <a:chOff x="0" y="0"/>
          <a:chExt cx="0" cy="0"/>
        </a:xfrm>
      </p:grpSpPr>
      <p:sp>
        <p:nvSpPr>
          <p:cNvPr id="81" name="Google Shape;81;p1:notes"/>
          <p:cNvSpPr/>
          <p:nvPr>
            <p:ph idx="2" type="sldImg"/>
          </p:nvPr>
        </p:nvSpPr>
        <p:spPr>
          <a:xfrm>
            <a:off x="0" y="0"/>
            <a:ext cx="3000000" cy="3000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82" name="Google Shape;82;p1:notes"/>
          <p:cNvSpPr txBox="1"/>
          <p:nvPr>
            <p:ph idx="1" type="body"/>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a:t>Semester 5 Week 3 is Capstone Week 11. The current focus is Incident Response 1 and the evaluation of a new open-source GRC dashboard, CISO Assistant, for Care Access Navigator at HRMC.</a:t>
            </a:r>
            <a:endParaRPr/>
          </a:p>
        </p:txBody>
      </p:sp>
      <p:sp>
        <p:nvSpPr>
          <p:cNvPr id="83" name="Google Shape;83;p1:notes"/>
          <p:cNvSpPr txBox="1"/>
          <p:nvPr>
            <p:ph idx="12" type="sldNum"/>
          </p:nvPr>
        </p:nvSpPr>
        <p:spPr>
          <a:xfrm>
            <a:off x="0" y="0"/>
            <a:ext cx="3000000" cy="3000000"/>
          </a:xfrm>
          <a:prstGeom prst="rect">
            <a:avLst/>
          </a:prstGeom>
          <a:no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6" name="Shape 96"/>
        <p:cNvGrpSpPr/>
        <p:nvPr/>
      </p:nvGrpSpPr>
      <p:grpSpPr>
        <a:xfrm>
          <a:off x="0" y="0"/>
          <a:ext cx="0" cy="0"/>
          <a:chOff x="0" y="0"/>
          <a:chExt cx="0" cy="0"/>
        </a:xfrm>
      </p:grpSpPr>
      <p:sp>
        <p:nvSpPr>
          <p:cNvPr id="97" name="Google Shape;97;p2:notes"/>
          <p:cNvSpPr/>
          <p:nvPr>
            <p:ph idx="2" type="sldImg"/>
          </p:nvPr>
        </p:nvSpPr>
        <p:spPr>
          <a:xfrm>
            <a:off x="0" y="0"/>
            <a:ext cx="3000000" cy="3000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98" name="Google Shape;98;p2:notes"/>
          <p:cNvSpPr txBox="1"/>
          <p:nvPr>
            <p:ph idx="1" type="body"/>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a:t>Monday: explored a new technology for the capstone, with CISO Assistant as the candidate open-source GRC tool, while learning Incident Response 1 through Schoology videos. Tuesday was an open project day from home; documented the candidate tool and continued pending capstone project activities. Integration has not been approved.</a:t>
            </a:r>
            <a:endParaRPr/>
          </a:p>
        </p:txBody>
      </p:sp>
      <p:sp>
        <p:nvSpPr>
          <p:cNvPr id="99" name="Google Shape;99;p2:notes"/>
          <p:cNvSpPr txBox="1"/>
          <p:nvPr>
            <p:ph idx="12" type="sldNum"/>
          </p:nvPr>
        </p:nvSpPr>
        <p:spPr>
          <a:xfrm>
            <a:off x="0" y="0"/>
            <a:ext cx="3000000" cy="3000000"/>
          </a:xfrm>
          <a:prstGeom prst="rect">
            <a:avLst/>
          </a:prstGeom>
          <a:no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42" name="Shape 142"/>
        <p:cNvGrpSpPr/>
        <p:nvPr/>
      </p:nvGrpSpPr>
      <p:grpSpPr>
        <a:xfrm>
          <a:off x="0" y="0"/>
          <a:ext cx="0" cy="0"/>
          <a:chOff x="0" y="0"/>
          <a:chExt cx="0" cy="0"/>
        </a:xfrm>
      </p:grpSpPr>
      <p:sp>
        <p:nvSpPr>
          <p:cNvPr id="143" name="Google Shape;143;p3:notes"/>
          <p:cNvSpPr/>
          <p:nvPr>
            <p:ph idx="2" type="sldImg"/>
          </p:nvPr>
        </p:nvSpPr>
        <p:spPr>
          <a:xfrm>
            <a:off x="0" y="0"/>
            <a:ext cx="3000000" cy="3000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144" name="Google Shape;144;p3:notes"/>
          <p:cNvSpPr txBox="1"/>
          <p:nvPr>
            <p:ph idx="1" type="body"/>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a:t>Wednesday: educator-led IR activity explained requirements for Tasks 3–5, then worked on the tasks afterward. Thursday is a plan, not a completed result: obtain educator go/no-go for CISO Assistant; if approved, start learning and integration. Continue IR tasks and project work.</a:t>
            </a:r>
            <a:endParaRPr/>
          </a:p>
        </p:txBody>
      </p:sp>
      <p:sp>
        <p:nvSpPr>
          <p:cNvPr id="145" name="Google Shape;145;p3:notes"/>
          <p:cNvSpPr txBox="1"/>
          <p:nvPr>
            <p:ph idx="12" type="sldNum"/>
          </p:nvPr>
        </p:nvSpPr>
        <p:spPr>
          <a:xfrm>
            <a:off x="0" y="0"/>
            <a:ext cx="3000000" cy="3000000"/>
          </a:xfrm>
          <a:prstGeom prst="rect">
            <a:avLst/>
          </a:prstGeom>
          <a:no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90" name="Shape 190"/>
        <p:cNvGrpSpPr/>
        <p:nvPr/>
      </p:nvGrpSpPr>
      <p:grpSpPr>
        <a:xfrm>
          <a:off x="0" y="0"/>
          <a:ext cx="0" cy="0"/>
          <a:chOff x="0" y="0"/>
          <a:chExt cx="0" cy="0"/>
        </a:xfrm>
      </p:grpSpPr>
      <p:sp>
        <p:nvSpPr>
          <p:cNvPr id="191" name="Google Shape;191;p4:notes"/>
          <p:cNvSpPr/>
          <p:nvPr>
            <p:ph idx="2" type="sldImg"/>
          </p:nvPr>
        </p:nvSpPr>
        <p:spPr>
          <a:xfrm>
            <a:off x="0" y="0"/>
            <a:ext cx="3000000" cy="3000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192" name="Google Shape;192;p4:notes"/>
          <p:cNvSpPr txBox="1"/>
          <p:nvPr>
            <p:ph idx="1" type="body"/>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a:t>IR Task 3 covers Parrot OS network isolation, interface configuration, basic firewall rules, segmentation in VirtualBox, preserving file system/network/memory evidence, and creating a containment playbook. Task 4 covers live system/process/connection collection, Volatility, disk acquisition, chain of custody, and macOS/Parrot OS timeline. Task 5 covers playbook, tracking, a complete security incident report, and tool-specific documentation. Task 6 covers VM and system/network recovery, root cause analysis, recovery validation and lessons learned. This is the course task scope, not a claim that all work has been completed.</a:t>
            </a:r>
            <a:endParaRPr/>
          </a:p>
        </p:txBody>
      </p:sp>
      <p:sp>
        <p:nvSpPr>
          <p:cNvPr id="193" name="Google Shape;193;p4:notes"/>
          <p:cNvSpPr txBox="1"/>
          <p:nvPr>
            <p:ph idx="12" type="sldNum"/>
          </p:nvPr>
        </p:nvSpPr>
        <p:spPr>
          <a:xfrm>
            <a:off x="0" y="0"/>
            <a:ext cx="3000000" cy="3000000"/>
          </a:xfrm>
          <a:prstGeom prst="rect">
            <a:avLst/>
          </a:prstGeom>
          <a:no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29" name="Shape 229"/>
        <p:cNvGrpSpPr/>
        <p:nvPr/>
      </p:nvGrpSpPr>
      <p:grpSpPr>
        <a:xfrm>
          <a:off x="0" y="0"/>
          <a:ext cx="0" cy="0"/>
          <a:chOff x="0" y="0"/>
          <a:chExt cx="0" cy="0"/>
        </a:xfrm>
      </p:grpSpPr>
      <p:sp>
        <p:nvSpPr>
          <p:cNvPr id="230" name="Google Shape;230;p5:notes"/>
          <p:cNvSpPr/>
          <p:nvPr>
            <p:ph idx="2" type="sldImg"/>
          </p:nvPr>
        </p:nvSpPr>
        <p:spPr>
          <a:xfrm>
            <a:off x="0" y="0"/>
            <a:ext cx="3000000" cy="3000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231" name="Google Shape;231;p5:notes"/>
          <p:cNvSpPr txBox="1"/>
          <p:nvPr>
            <p:ph idx="1" type="body"/>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a:t>Thank you to peers, educators and the DAE Team for their continued guidance and support. Looking forward to finishing the Incident Response work and making an informed decision on the proposed CISO Assistant enhancement.</a:t>
            </a:r>
            <a:endParaRPr/>
          </a:p>
        </p:txBody>
      </p:sp>
      <p:sp>
        <p:nvSpPr>
          <p:cNvPr id="232" name="Google Shape;232;p5:notes"/>
          <p:cNvSpPr txBox="1"/>
          <p:nvPr>
            <p:ph idx="12" type="sldNum"/>
          </p:nvPr>
        </p:nvSpPr>
        <p:spPr>
          <a:xfrm>
            <a:off x="0" y="0"/>
            <a:ext cx="3000000" cy="3000000"/>
          </a:xfrm>
          <a:prstGeom prst="rect">
            <a:avLst/>
          </a:prstGeom>
          <a:no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type="blank">
  <p:cSld name="BLANK">
    <p:spTree>
      <p:nvGrpSpPr>
        <p:cNvPr id="11" name="Shape 11"/>
        <p:cNvGrpSpPr/>
        <p:nvPr/>
      </p:nvGrpSpPr>
      <p:grpSpPr>
        <a:xfrm>
          <a:off x="0" y="0"/>
          <a:ext cx="0" cy="0"/>
          <a:chOff x="0" y="0"/>
          <a:chExt cx="0" cy="0"/>
        </a:xfrm>
      </p:grpSpPr>
      <p:sp>
        <p:nvSpPr>
          <p:cNvPr id="12" name="Google Shape;12;p7"/>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13" name="Google Shape;13;p7"/>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14" name="Google Shape;14;p7"/>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type="title">
  <p:cSld name="TITLE">
    <p:spTree>
      <p:nvGrpSpPr>
        <p:cNvPr id="15" name="Shape 15"/>
        <p:cNvGrpSpPr/>
        <p:nvPr/>
      </p:nvGrpSpPr>
      <p:grpSpPr>
        <a:xfrm>
          <a:off x="0" y="0"/>
          <a:ext cx="0" cy="0"/>
          <a:chOff x="0" y="0"/>
          <a:chExt cx="0" cy="0"/>
        </a:xfrm>
      </p:grpSpPr>
      <p:sp>
        <p:nvSpPr>
          <p:cNvPr id="16" name="Google Shape;16;p8"/>
          <p:cNvSpPr txBox="1"/>
          <p:nvPr>
            <p:ph type="ctrTitle"/>
          </p:nvPr>
        </p:nvSpPr>
        <p:spPr>
          <a:xfrm>
            <a:off x="685800" y="2130425"/>
            <a:ext cx="7772400" cy="1470025"/>
          </a:xfrm>
          <a:prstGeom prst="rect">
            <a:avLst/>
          </a:prstGeom>
          <a:noFill/>
          <a:ln>
            <a:noFill/>
          </a:ln>
        </p:spPr>
        <p:txBody>
          <a:bodyPr anchorCtr="0" anchor="ctr" bIns="45700" lIns="91425" spcFirstLastPara="1" rIns="91425" wrap="square" tIns="45700">
            <a:normAutofit/>
          </a:bodyPr>
          <a:lstStyle>
            <a:lvl1pPr lvl="0" algn="ctr">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17" name="Google Shape;17;p8"/>
          <p:cNvSpPr txBox="1"/>
          <p:nvPr>
            <p:ph idx="1" type="subTitle"/>
          </p:nvPr>
        </p:nvSpPr>
        <p:spPr>
          <a:xfrm>
            <a:off x="1371600" y="3886200"/>
            <a:ext cx="6400800" cy="1752600"/>
          </a:xfrm>
          <a:prstGeom prst="rect">
            <a:avLst/>
          </a:prstGeom>
          <a:noFill/>
          <a:ln>
            <a:noFill/>
          </a:ln>
        </p:spPr>
        <p:txBody>
          <a:bodyPr anchorCtr="0" anchor="t" bIns="45700" lIns="91425" spcFirstLastPara="1" rIns="91425" wrap="square" tIns="45700">
            <a:normAutofit/>
          </a:bodyPr>
          <a:lstStyle>
            <a:lvl1pPr lvl="0" algn="ctr">
              <a:spcBef>
                <a:spcPts val="640"/>
              </a:spcBef>
              <a:spcAft>
                <a:spcPts val="0"/>
              </a:spcAft>
              <a:buClr>
                <a:srgbClr val="888888"/>
              </a:buClr>
              <a:buSzPts val="3200"/>
              <a:buNone/>
              <a:defRPr>
                <a:solidFill>
                  <a:srgbClr val="888888"/>
                </a:solidFill>
              </a:defRPr>
            </a:lvl1pPr>
            <a:lvl2pPr lvl="1" algn="ctr">
              <a:spcBef>
                <a:spcPts val="560"/>
              </a:spcBef>
              <a:spcAft>
                <a:spcPts val="0"/>
              </a:spcAft>
              <a:buClr>
                <a:srgbClr val="888888"/>
              </a:buClr>
              <a:buSzPts val="2800"/>
              <a:buNone/>
              <a:defRPr>
                <a:solidFill>
                  <a:srgbClr val="888888"/>
                </a:solidFill>
              </a:defRPr>
            </a:lvl2pPr>
            <a:lvl3pPr lvl="2" algn="ctr">
              <a:spcBef>
                <a:spcPts val="480"/>
              </a:spcBef>
              <a:spcAft>
                <a:spcPts val="0"/>
              </a:spcAft>
              <a:buClr>
                <a:srgbClr val="888888"/>
              </a:buClr>
              <a:buSzPts val="2400"/>
              <a:buNone/>
              <a:defRPr>
                <a:solidFill>
                  <a:srgbClr val="888888"/>
                </a:solidFill>
              </a:defRPr>
            </a:lvl3pPr>
            <a:lvl4pPr lvl="3" algn="ctr">
              <a:spcBef>
                <a:spcPts val="400"/>
              </a:spcBef>
              <a:spcAft>
                <a:spcPts val="0"/>
              </a:spcAft>
              <a:buClr>
                <a:srgbClr val="888888"/>
              </a:buClr>
              <a:buSzPts val="2000"/>
              <a:buNone/>
              <a:defRPr>
                <a:solidFill>
                  <a:srgbClr val="888888"/>
                </a:solidFill>
              </a:defRPr>
            </a:lvl4pPr>
            <a:lvl5pPr lvl="4" algn="ctr">
              <a:spcBef>
                <a:spcPts val="400"/>
              </a:spcBef>
              <a:spcAft>
                <a:spcPts val="0"/>
              </a:spcAft>
              <a:buClr>
                <a:srgbClr val="888888"/>
              </a:buClr>
              <a:buSzPts val="2000"/>
              <a:buNone/>
              <a:defRPr>
                <a:solidFill>
                  <a:srgbClr val="888888"/>
                </a:solidFill>
              </a:defRPr>
            </a:lvl5pPr>
            <a:lvl6pPr lvl="5" algn="ctr">
              <a:spcBef>
                <a:spcPts val="400"/>
              </a:spcBef>
              <a:spcAft>
                <a:spcPts val="0"/>
              </a:spcAft>
              <a:buClr>
                <a:srgbClr val="888888"/>
              </a:buClr>
              <a:buSzPts val="2000"/>
              <a:buNone/>
              <a:defRPr>
                <a:solidFill>
                  <a:srgbClr val="888888"/>
                </a:solidFill>
              </a:defRPr>
            </a:lvl6pPr>
            <a:lvl7pPr lvl="6" algn="ctr">
              <a:spcBef>
                <a:spcPts val="400"/>
              </a:spcBef>
              <a:spcAft>
                <a:spcPts val="0"/>
              </a:spcAft>
              <a:buClr>
                <a:srgbClr val="888888"/>
              </a:buClr>
              <a:buSzPts val="2000"/>
              <a:buNone/>
              <a:defRPr>
                <a:solidFill>
                  <a:srgbClr val="888888"/>
                </a:solidFill>
              </a:defRPr>
            </a:lvl7pPr>
            <a:lvl8pPr lvl="7" algn="ctr">
              <a:spcBef>
                <a:spcPts val="400"/>
              </a:spcBef>
              <a:spcAft>
                <a:spcPts val="0"/>
              </a:spcAft>
              <a:buClr>
                <a:srgbClr val="888888"/>
              </a:buClr>
              <a:buSzPts val="2000"/>
              <a:buNone/>
              <a:defRPr>
                <a:solidFill>
                  <a:srgbClr val="888888"/>
                </a:solidFill>
              </a:defRPr>
            </a:lvl8pPr>
            <a:lvl9pPr lvl="8" algn="ctr">
              <a:spcBef>
                <a:spcPts val="400"/>
              </a:spcBef>
              <a:spcAft>
                <a:spcPts val="0"/>
              </a:spcAft>
              <a:buClr>
                <a:srgbClr val="888888"/>
              </a:buClr>
              <a:buSzPts val="2000"/>
              <a:buNone/>
              <a:defRPr>
                <a:solidFill>
                  <a:srgbClr val="888888"/>
                </a:solidFill>
              </a:defRPr>
            </a:lvl9pPr>
          </a:lstStyle>
          <a:p/>
        </p:txBody>
      </p:sp>
      <p:sp>
        <p:nvSpPr>
          <p:cNvPr id="18" name="Google Shape;18;p8"/>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19" name="Google Shape;19;p8"/>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20" name="Google Shape;20;p8"/>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Content" type="obj">
  <p:cSld name="OBJECT">
    <p:spTree>
      <p:nvGrpSpPr>
        <p:cNvPr id="21" name="Shape 21"/>
        <p:cNvGrpSpPr/>
        <p:nvPr/>
      </p:nvGrpSpPr>
      <p:grpSpPr>
        <a:xfrm>
          <a:off x="0" y="0"/>
          <a:ext cx="0" cy="0"/>
          <a:chOff x="0" y="0"/>
          <a:chExt cx="0" cy="0"/>
        </a:xfrm>
      </p:grpSpPr>
      <p:sp>
        <p:nvSpPr>
          <p:cNvPr id="22" name="Google Shape;22;p9"/>
          <p:cNvSpPr txBox="1"/>
          <p:nvPr>
            <p:ph type="title"/>
          </p:nvPr>
        </p:nvSpPr>
        <p:spPr>
          <a:xfrm>
            <a:off x="457200" y="274638"/>
            <a:ext cx="8229600" cy="1143000"/>
          </a:xfrm>
          <a:prstGeom prst="rect">
            <a:avLst/>
          </a:prstGeom>
          <a:noFill/>
          <a:ln>
            <a:noFill/>
          </a:ln>
        </p:spPr>
        <p:txBody>
          <a:bodyPr anchorCtr="0" anchor="ctr" bIns="45700" lIns="91425" spcFirstLastPara="1" rIns="91425" wrap="square" tIns="45700">
            <a:normAutofit/>
          </a:bodyPr>
          <a:lstStyle>
            <a:lvl1pPr lvl="0" algn="ctr">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23" name="Google Shape;23;p9"/>
          <p:cNvSpPr txBox="1"/>
          <p:nvPr>
            <p:ph idx="1" type="body"/>
          </p:nvPr>
        </p:nvSpPr>
        <p:spPr>
          <a:xfrm>
            <a:off x="457200" y="1600200"/>
            <a:ext cx="8229600" cy="4525963"/>
          </a:xfrm>
          <a:prstGeom prst="rect">
            <a:avLst/>
          </a:prstGeom>
          <a:noFill/>
          <a:ln>
            <a:noFill/>
          </a:ln>
        </p:spPr>
        <p:txBody>
          <a:bodyPr anchorCtr="0" anchor="t" bIns="45700" lIns="91425" spcFirstLastPara="1" rIns="91425" wrap="square" tIns="45700">
            <a:normAutofit/>
          </a:bodyPr>
          <a:lstStyle>
            <a:lvl1pPr indent="-342900" lvl="0" marL="457200" algn="l">
              <a:spcBef>
                <a:spcPts val="360"/>
              </a:spcBef>
              <a:spcAft>
                <a:spcPts val="0"/>
              </a:spcAft>
              <a:buClr>
                <a:schemeClr val="dk1"/>
              </a:buClr>
              <a:buSzPts val="1800"/>
              <a:buChar char="•"/>
              <a:defRPr/>
            </a:lvl1pPr>
            <a:lvl2pPr indent="-342900" lvl="1" marL="914400" algn="l">
              <a:spcBef>
                <a:spcPts val="360"/>
              </a:spcBef>
              <a:spcAft>
                <a:spcPts val="0"/>
              </a:spcAft>
              <a:buClr>
                <a:schemeClr val="dk1"/>
              </a:buClr>
              <a:buSzPts val="1800"/>
              <a:buChar char="–"/>
              <a:defRPr/>
            </a:lvl2pPr>
            <a:lvl3pPr indent="-342900" lvl="2" marL="1371600" algn="l">
              <a:spcBef>
                <a:spcPts val="360"/>
              </a:spcBef>
              <a:spcAft>
                <a:spcPts val="0"/>
              </a:spcAft>
              <a:buClr>
                <a:schemeClr val="dk1"/>
              </a:buClr>
              <a:buSzPts val="1800"/>
              <a:buChar char="•"/>
              <a:defRPr/>
            </a:lvl3pPr>
            <a:lvl4pPr indent="-342900" lvl="3" marL="1828800" algn="l">
              <a:spcBef>
                <a:spcPts val="360"/>
              </a:spcBef>
              <a:spcAft>
                <a:spcPts val="0"/>
              </a:spcAft>
              <a:buClr>
                <a:schemeClr val="dk1"/>
              </a:buClr>
              <a:buSzPts val="1800"/>
              <a:buChar char="–"/>
              <a:defRPr/>
            </a:lvl4pPr>
            <a:lvl5pPr indent="-342900" lvl="4" marL="2286000" algn="l">
              <a:spcBef>
                <a:spcPts val="360"/>
              </a:spcBef>
              <a:spcAft>
                <a:spcPts val="0"/>
              </a:spcAft>
              <a:buClr>
                <a:schemeClr val="dk1"/>
              </a:buClr>
              <a:buSzPts val="1800"/>
              <a:buChar char="»"/>
              <a:defRPr/>
            </a:lvl5pPr>
            <a:lvl6pPr indent="-342900" lvl="5" marL="2743200" algn="l">
              <a:spcBef>
                <a:spcPts val="360"/>
              </a:spcBef>
              <a:spcAft>
                <a:spcPts val="0"/>
              </a:spcAft>
              <a:buClr>
                <a:schemeClr val="dk1"/>
              </a:buClr>
              <a:buSzPts val="1800"/>
              <a:buChar char="•"/>
              <a:defRPr/>
            </a:lvl6pPr>
            <a:lvl7pPr indent="-342900" lvl="6" marL="3200400" algn="l">
              <a:spcBef>
                <a:spcPts val="360"/>
              </a:spcBef>
              <a:spcAft>
                <a:spcPts val="0"/>
              </a:spcAft>
              <a:buClr>
                <a:schemeClr val="dk1"/>
              </a:buClr>
              <a:buSzPts val="1800"/>
              <a:buChar char="•"/>
              <a:defRPr/>
            </a:lvl7pPr>
            <a:lvl8pPr indent="-342900" lvl="7" marL="3657600" algn="l">
              <a:spcBef>
                <a:spcPts val="360"/>
              </a:spcBef>
              <a:spcAft>
                <a:spcPts val="0"/>
              </a:spcAft>
              <a:buClr>
                <a:schemeClr val="dk1"/>
              </a:buClr>
              <a:buSzPts val="1800"/>
              <a:buChar char="•"/>
              <a:defRPr/>
            </a:lvl8pPr>
            <a:lvl9pPr indent="-342900" lvl="8" marL="4114800" algn="l">
              <a:spcBef>
                <a:spcPts val="360"/>
              </a:spcBef>
              <a:spcAft>
                <a:spcPts val="0"/>
              </a:spcAft>
              <a:buClr>
                <a:schemeClr val="dk1"/>
              </a:buClr>
              <a:buSzPts val="1800"/>
              <a:buChar char="•"/>
              <a:defRPr/>
            </a:lvl9pPr>
          </a:lstStyle>
          <a:p/>
        </p:txBody>
      </p:sp>
      <p:sp>
        <p:nvSpPr>
          <p:cNvPr id="24" name="Google Shape;24;p9"/>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25" name="Google Shape;25;p9"/>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26" name="Google Shape;26;p9"/>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Header" type="secHead">
  <p:cSld name="SECTION_HEADER">
    <p:spTree>
      <p:nvGrpSpPr>
        <p:cNvPr id="27" name="Shape 27"/>
        <p:cNvGrpSpPr/>
        <p:nvPr/>
      </p:nvGrpSpPr>
      <p:grpSpPr>
        <a:xfrm>
          <a:off x="0" y="0"/>
          <a:ext cx="0" cy="0"/>
          <a:chOff x="0" y="0"/>
          <a:chExt cx="0" cy="0"/>
        </a:xfrm>
      </p:grpSpPr>
      <p:sp>
        <p:nvSpPr>
          <p:cNvPr id="28" name="Google Shape;28;p10"/>
          <p:cNvSpPr txBox="1"/>
          <p:nvPr>
            <p:ph type="title"/>
          </p:nvPr>
        </p:nvSpPr>
        <p:spPr>
          <a:xfrm>
            <a:off x="722313" y="4406900"/>
            <a:ext cx="7772400" cy="1362075"/>
          </a:xfrm>
          <a:prstGeom prst="rect">
            <a:avLst/>
          </a:prstGeom>
          <a:noFill/>
          <a:ln>
            <a:noFill/>
          </a:ln>
        </p:spPr>
        <p:txBody>
          <a:bodyPr anchorCtr="0" anchor="t" bIns="45700" lIns="91425" spcFirstLastPara="1" rIns="91425" wrap="square" tIns="45700">
            <a:normAutofit/>
          </a:bodyPr>
          <a:lstStyle>
            <a:lvl1pPr lvl="0" algn="l">
              <a:spcBef>
                <a:spcPts val="0"/>
              </a:spcBef>
              <a:spcAft>
                <a:spcPts val="0"/>
              </a:spcAft>
              <a:buClr>
                <a:schemeClr val="dk1"/>
              </a:buClr>
              <a:buSzPts val="4000"/>
              <a:buFont typeface="Calibri"/>
              <a:buNone/>
              <a:defRPr b="1" sz="4000" cap="none"/>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29" name="Google Shape;29;p10"/>
          <p:cNvSpPr txBox="1"/>
          <p:nvPr>
            <p:ph idx="1" type="body"/>
          </p:nvPr>
        </p:nvSpPr>
        <p:spPr>
          <a:xfrm>
            <a:off x="722313" y="2906713"/>
            <a:ext cx="7772400" cy="1500187"/>
          </a:xfrm>
          <a:prstGeom prst="rect">
            <a:avLst/>
          </a:prstGeom>
          <a:noFill/>
          <a:ln>
            <a:noFill/>
          </a:ln>
        </p:spPr>
        <p:txBody>
          <a:bodyPr anchorCtr="0" anchor="b" bIns="45700" lIns="91425" spcFirstLastPara="1" rIns="91425" wrap="square" tIns="45700">
            <a:normAutofit/>
          </a:bodyPr>
          <a:lstStyle>
            <a:lvl1pPr indent="-228600" lvl="0" marL="457200" algn="l">
              <a:spcBef>
                <a:spcPts val="400"/>
              </a:spcBef>
              <a:spcAft>
                <a:spcPts val="0"/>
              </a:spcAft>
              <a:buClr>
                <a:srgbClr val="888888"/>
              </a:buClr>
              <a:buSzPts val="2000"/>
              <a:buNone/>
              <a:defRPr sz="2000">
                <a:solidFill>
                  <a:srgbClr val="888888"/>
                </a:solidFill>
              </a:defRPr>
            </a:lvl1pPr>
            <a:lvl2pPr indent="-228600" lvl="1" marL="914400" algn="l">
              <a:spcBef>
                <a:spcPts val="360"/>
              </a:spcBef>
              <a:spcAft>
                <a:spcPts val="0"/>
              </a:spcAft>
              <a:buClr>
                <a:srgbClr val="888888"/>
              </a:buClr>
              <a:buSzPts val="1800"/>
              <a:buNone/>
              <a:defRPr sz="1800">
                <a:solidFill>
                  <a:srgbClr val="888888"/>
                </a:solidFill>
              </a:defRPr>
            </a:lvl2pPr>
            <a:lvl3pPr indent="-228600" lvl="2" marL="1371600" algn="l">
              <a:spcBef>
                <a:spcPts val="320"/>
              </a:spcBef>
              <a:spcAft>
                <a:spcPts val="0"/>
              </a:spcAft>
              <a:buClr>
                <a:srgbClr val="888888"/>
              </a:buClr>
              <a:buSzPts val="1600"/>
              <a:buNone/>
              <a:defRPr sz="1600">
                <a:solidFill>
                  <a:srgbClr val="888888"/>
                </a:solidFill>
              </a:defRPr>
            </a:lvl3pPr>
            <a:lvl4pPr indent="-228600" lvl="3" marL="1828800" algn="l">
              <a:spcBef>
                <a:spcPts val="280"/>
              </a:spcBef>
              <a:spcAft>
                <a:spcPts val="0"/>
              </a:spcAft>
              <a:buClr>
                <a:srgbClr val="888888"/>
              </a:buClr>
              <a:buSzPts val="1400"/>
              <a:buNone/>
              <a:defRPr sz="1400">
                <a:solidFill>
                  <a:srgbClr val="888888"/>
                </a:solidFill>
              </a:defRPr>
            </a:lvl4pPr>
            <a:lvl5pPr indent="-228600" lvl="4" marL="2286000" algn="l">
              <a:spcBef>
                <a:spcPts val="280"/>
              </a:spcBef>
              <a:spcAft>
                <a:spcPts val="0"/>
              </a:spcAft>
              <a:buClr>
                <a:srgbClr val="888888"/>
              </a:buClr>
              <a:buSzPts val="1400"/>
              <a:buNone/>
              <a:defRPr sz="1400">
                <a:solidFill>
                  <a:srgbClr val="888888"/>
                </a:solidFill>
              </a:defRPr>
            </a:lvl5pPr>
            <a:lvl6pPr indent="-228600" lvl="5" marL="2743200" algn="l">
              <a:spcBef>
                <a:spcPts val="280"/>
              </a:spcBef>
              <a:spcAft>
                <a:spcPts val="0"/>
              </a:spcAft>
              <a:buClr>
                <a:srgbClr val="888888"/>
              </a:buClr>
              <a:buSzPts val="1400"/>
              <a:buNone/>
              <a:defRPr sz="1400">
                <a:solidFill>
                  <a:srgbClr val="888888"/>
                </a:solidFill>
              </a:defRPr>
            </a:lvl6pPr>
            <a:lvl7pPr indent="-228600" lvl="6" marL="3200400" algn="l">
              <a:spcBef>
                <a:spcPts val="280"/>
              </a:spcBef>
              <a:spcAft>
                <a:spcPts val="0"/>
              </a:spcAft>
              <a:buClr>
                <a:srgbClr val="888888"/>
              </a:buClr>
              <a:buSzPts val="1400"/>
              <a:buNone/>
              <a:defRPr sz="1400">
                <a:solidFill>
                  <a:srgbClr val="888888"/>
                </a:solidFill>
              </a:defRPr>
            </a:lvl7pPr>
            <a:lvl8pPr indent="-228600" lvl="7" marL="3657600" algn="l">
              <a:spcBef>
                <a:spcPts val="280"/>
              </a:spcBef>
              <a:spcAft>
                <a:spcPts val="0"/>
              </a:spcAft>
              <a:buClr>
                <a:srgbClr val="888888"/>
              </a:buClr>
              <a:buSzPts val="1400"/>
              <a:buNone/>
              <a:defRPr sz="1400">
                <a:solidFill>
                  <a:srgbClr val="888888"/>
                </a:solidFill>
              </a:defRPr>
            </a:lvl8pPr>
            <a:lvl9pPr indent="-228600" lvl="8" marL="4114800" algn="l">
              <a:spcBef>
                <a:spcPts val="280"/>
              </a:spcBef>
              <a:spcAft>
                <a:spcPts val="0"/>
              </a:spcAft>
              <a:buClr>
                <a:srgbClr val="888888"/>
              </a:buClr>
              <a:buSzPts val="1400"/>
              <a:buNone/>
              <a:defRPr sz="1400">
                <a:solidFill>
                  <a:srgbClr val="888888"/>
                </a:solidFill>
              </a:defRPr>
            </a:lvl9pPr>
          </a:lstStyle>
          <a:p/>
        </p:txBody>
      </p:sp>
      <p:sp>
        <p:nvSpPr>
          <p:cNvPr id="30" name="Google Shape;30;p10"/>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31" name="Google Shape;31;p10"/>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32" name="Google Shape;32;p10"/>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wo Content" type="twoObj">
  <p:cSld name="TWO_OBJECTS">
    <p:spTree>
      <p:nvGrpSpPr>
        <p:cNvPr id="33" name="Shape 33"/>
        <p:cNvGrpSpPr/>
        <p:nvPr/>
      </p:nvGrpSpPr>
      <p:grpSpPr>
        <a:xfrm>
          <a:off x="0" y="0"/>
          <a:ext cx="0" cy="0"/>
          <a:chOff x="0" y="0"/>
          <a:chExt cx="0" cy="0"/>
        </a:xfrm>
      </p:grpSpPr>
      <p:sp>
        <p:nvSpPr>
          <p:cNvPr id="34" name="Google Shape;34;p11"/>
          <p:cNvSpPr txBox="1"/>
          <p:nvPr>
            <p:ph type="title"/>
          </p:nvPr>
        </p:nvSpPr>
        <p:spPr>
          <a:xfrm>
            <a:off x="457200" y="274638"/>
            <a:ext cx="8229600" cy="1143000"/>
          </a:xfrm>
          <a:prstGeom prst="rect">
            <a:avLst/>
          </a:prstGeom>
          <a:noFill/>
          <a:ln>
            <a:noFill/>
          </a:ln>
        </p:spPr>
        <p:txBody>
          <a:bodyPr anchorCtr="0" anchor="ctr" bIns="45700" lIns="91425" spcFirstLastPara="1" rIns="91425" wrap="square" tIns="45700">
            <a:normAutofit/>
          </a:bodyPr>
          <a:lstStyle>
            <a:lvl1pPr lvl="0" algn="ctr">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35" name="Google Shape;35;p11"/>
          <p:cNvSpPr txBox="1"/>
          <p:nvPr>
            <p:ph idx="1" type="body"/>
          </p:nvPr>
        </p:nvSpPr>
        <p:spPr>
          <a:xfrm>
            <a:off x="457200" y="1600200"/>
            <a:ext cx="4038600" cy="4525963"/>
          </a:xfrm>
          <a:prstGeom prst="rect">
            <a:avLst/>
          </a:prstGeom>
          <a:noFill/>
          <a:ln>
            <a:noFill/>
          </a:ln>
        </p:spPr>
        <p:txBody>
          <a:bodyPr anchorCtr="0" anchor="t" bIns="45700" lIns="91425" spcFirstLastPara="1" rIns="91425" wrap="square" tIns="45700">
            <a:normAutofit/>
          </a:bodyPr>
          <a:lstStyle>
            <a:lvl1pPr indent="-406400" lvl="0" marL="457200" algn="l">
              <a:spcBef>
                <a:spcPts val="560"/>
              </a:spcBef>
              <a:spcAft>
                <a:spcPts val="0"/>
              </a:spcAft>
              <a:buClr>
                <a:schemeClr val="dk1"/>
              </a:buClr>
              <a:buSzPts val="2800"/>
              <a:buChar char="•"/>
              <a:defRPr sz="2800"/>
            </a:lvl1pPr>
            <a:lvl2pPr indent="-381000" lvl="1" marL="914400" algn="l">
              <a:spcBef>
                <a:spcPts val="480"/>
              </a:spcBef>
              <a:spcAft>
                <a:spcPts val="0"/>
              </a:spcAft>
              <a:buClr>
                <a:schemeClr val="dk1"/>
              </a:buClr>
              <a:buSzPts val="2400"/>
              <a:buChar char="–"/>
              <a:defRPr sz="2400"/>
            </a:lvl2pPr>
            <a:lvl3pPr indent="-355600" lvl="2" marL="1371600" algn="l">
              <a:spcBef>
                <a:spcPts val="400"/>
              </a:spcBef>
              <a:spcAft>
                <a:spcPts val="0"/>
              </a:spcAft>
              <a:buClr>
                <a:schemeClr val="dk1"/>
              </a:buClr>
              <a:buSzPts val="2000"/>
              <a:buChar char="•"/>
              <a:defRPr sz="2000"/>
            </a:lvl3pPr>
            <a:lvl4pPr indent="-342900" lvl="3" marL="1828800" algn="l">
              <a:spcBef>
                <a:spcPts val="360"/>
              </a:spcBef>
              <a:spcAft>
                <a:spcPts val="0"/>
              </a:spcAft>
              <a:buClr>
                <a:schemeClr val="dk1"/>
              </a:buClr>
              <a:buSzPts val="1800"/>
              <a:buChar char="–"/>
              <a:defRPr sz="1800"/>
            </a:lvl4pPr>
            <a:lvl5pPr indent="-342900" lvl="4" marL="2286000" algn="l">
              <a:spcBef>
                <a:spcPts val="360"/>
              </a:spcBef>
              <a:spcAft>
                <a:spcPts val="0"/>
              </a:spcAft>
              <a:buClr>
                <a:schemeClr val="dk1"/>
              </a:buClr>
              <a:buSzPts val="1800"/>
              <a:buChar char="»"/>
              <a:defRPr sz="1800"/>
            </a:lvl5pPr>
            <a:lvl6pPr indent="-342900" lvl="5" marL="2743200" algn="l">
              <a:spcBef>
                <a:spcPts val="360"/>
              </a:spcBef>
              <a:spcAft>
                <a:spcPts val="0"/>
              </a:spcAft>
              <a:buClr>
                <a:schemeClr val="dk1"/>
              </a:buClr>
              <a:buSzPts val="1800"/>
              <a:buChar char="•"/>
              <a:defRPr sz="1800"/>
            </a:lvl6pPr>
            <a:lvl7pPr indent="-342900" lvl="6" marL="3200400" algn="l">
              <a:spcBef>
                <a:spcPts val="360"/>
              </a:spcBef>
              <a:spcAft>
                <a:spcPts val="0"/>
              </a:spcAft>
              <a:buClr>
                <a:schemeClr val="dk1"/>
              </a:buClr>
              <a:buSzPts val="1800"/>
              <a:buChar char="•"/>
              <a:defRPr sz="1800"/>
            </a:lvl7pPr>
            <a:lvl8pPr indent="-342900" lvl="7" marL="3657600" algn="l">
              <a:spcBef>
                <a:spcPts val="360"/>
              </a:spcBef>
              <a:spcAft>
                <a:spcPts val="0"/>
              </a:spcAft>
              <a:buClr>
                <a:schemeClr val="dk1"/>
              </a:buClr>
              <a:buSzPts val="1800"/>
              <a:buChar char="•"/>
              <a:defRPr sz="1800"/>
            </a:lvl8pPr>
            <a:lvl9pPr indent="-342900" lvl="8" marL="4114800" algn="l">
              <a:spcBef>
                <a:spcPts val="360"/>
              </a:spcBef>
              <a:spcAft>
                <a:spcPts val="0"/>
              </a:spcAft>
              <a:buClr>
                <a:schemeClr val="dk1"/>
              </a:buClr>
              <a:buSzPts val="1800"/>
              <a:buChar char="•"/>
              <a:defRPr sz="1800"/>
            </a:lvl9pPr>
          </a:lstStyle>
          <a:p/>
        </p:txBody>
      </p:sp>
      <p:sp>
        <p:nvSpPr>
          <p:cNvPr id="36" name="Google Shape;36;p11"/>
          <p:cNvSpPr txBox="1"/>
          <p:nvPr>
            <p:ph idx="2" type="body"/>
          </p:nvPr>
        </p:nvSpPr>
        <p:spPr>
          <a:xfrm>
            <a:off x="4648200" y="1600200"/>
            <a:ext cx="4038600" cy="4525963"/>
          </a:xfrm>
          <a:prstGeom prst="rect">
            <a:avLst/>
          </a:prstGeom>
          <a:noFill/>
          <a:ln>
            <a:noFill/>
          </a:ln>
        </p:spPr>
        <p:txBody>
          <a:bodyPr anchorCtr="0" anchor="t" bIns="45700" lIns="91425" spcFirstLastPara="1" rIns="91425" wrap="square" tIns="45700">
            <a:normAutofit/>
          </a:bodyPr>
          <a:lstStyle>
            <a:lvl1pPr indent="-406400" lvl="0" marL="457200" algn="l">
              <a:spcBef>
                <a:spcPts val="560"/>
              </a:spcBef>
              <a:spcAft>
                <a:spcPts val="0"/>
              </a:spcAft>
              <a:buClr>
                <a:schemeClr val="dk1"/>
              </a:buClr>
              <a:buSzPts val="2800"/>
              <a:buChar char="•"/>
              <a:defRPr sz="2800"/>
            </a:lvl1pPr>
            <a:lvl2pPr indent="-381000" lvl="1" marL="914400" algn="l">
              <a:spcBef>
                <a:spcPts val="480"/>
              </a:spcBef>
              <a:spcAft>
                <a:spcPts val="0"/>
              </a:spcAft>
              <a:buClr>
                <a:schemeClr val="dk1"/>
              </a:buClr>
              <a:buSzPts val="2400"/>
              <a:buChar char="–"/>
              <a:defRPr sz="2400"/>
            </a:lvl2pPr>
            <a:lvl3pPr indent="-355600" lvl="2" marL="1371600" algn="l">
              <a:spcBef>
                <a:spcPts val="400"/>
              </a:spcBef>
              <a:spcAft>
                <a:spcPts val="0"/>
              </a:spcAft>
              <a:buClr>
                <a:schemeClr val="dk1"/>
              </a:buClr>
              <a:buSzPts val="2000"/>
              <a:buChar char="•"/>
              <a:defRPr sz="2000"/>
            </a:lvl3pPr>
            <a:lvl4pPr indent="-342900" lvl="3" marL="1828800" algn="l">
              <a:spcBef>
                <a:spcPts val="360"/>
              </a:spcBef>
              <a:spcAft>
                <a:spcPts val="0"/>
              </a:spcAft>
              <a:buClr>
                <a:schemeClr val="dk1"/>
              </a:buClr>
              <a:buSzPts val="1800"/>
              <a:buChar char="–"/>
              <a:defRPr sz="1800"/>
            </a:lvl4pPr>
            <a:lvl5pPr indent="-342900" lvl="4" marL="2286000" algn="l">
              <a:spcBef>
                <a:spcPts val="360"/>
              </a:spcBef>
              <a:spcAft>
                <a:spcPts val="0"/>
              </a:spcAft>
              <a:buClr>
                <a:schemeClr val="dk1"/>
              </a:buClr>
              <a:buSzPts val="1800"/>
              <a:buChar char="»"/>
              <a:defRPr sz="1800"/>
            </a:lvl5pPr>
            <a:lvl6pPr indent="-342900" lvl="5" marL="2743200" algn="l">
              <a:spcBef>
                <a:spcPts val="360"/>
              </a:spcBef>
              <a:spcAft>
                <a:spcPts val="0"/>
              </a:spcAft>
              <a:buClr>
                <a:schemeClr val="dk1"/>
              </a:buClr>
              <a:buSzPts val="1800"/>
              <a:buChar char="•"/>
              <a:defRPr sz="1800"/>
            </a:lvl6pPr>
            <a:lvl7pPr indent="-342900" lvl="6" marL="3200400" algn="l">
              <a:spcBef>
                <a:spcPts val="360"/>
              </a:spcBef>
              <a:spcAft>
                <a:spcPts val="0"/>
              </a:spcAft>
              <a:buClr>
                <a:schemeClr val="dk1"/>
              </a:buClr>
              <a:buSzPts val="1800"/>
              <a:buChar char="•"/>
              <a:defRPr sz="1800"/>
            </a:lvl7pPr>
            <a:lvl8pPr indent="-342900" lvl="7" marL="3657600" algn="l">
              <a:spcBef>
                <a:spcPts val="360"/>
              </a:spcBef>
              <a:spcAft>
                <a:spcPts val="0"/>
              </a:spcAft>
              <a:buClr>
                <a:schemeClr val="dk1"/>
              </a:buClr>
              <a:buSzPts val="1800"/>
              <a:buChar char="•"/>
              <a:defRPr sz="1800"/>
            </a:lvl8pPr>
            <a:lvl9pPr indent="-342900" lvl="8" marL="4114800" algn="l">
              <a:spcBef>
                <a:spcPts val="360"/>
              </a:spcBef>
              <a:spcAft>
                <a:spcPts val="0"/>
              </a:spcAft>
              <a:buClr>
                <a:schemeClr val="dk1"/>
              </a:buClr>
              <a:buSzPts val="1800"/>
              <a:buChar char="•"/>
              <a:defRPr sz="1800"/>
            </a:lvl9pPr>
          </a:lstStyle>
          <a:p/>
        </p:txBody>
      </p:sp>
      <p:sp>
        <p:nvSpPr>
          <p:cNvPr id="37" name="Google Shape;37;p11"/>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38" name="Google Shape;38;p11"/>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39" name="Google Shape;39;p11"/>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omparison" type="twoTxTwoObj">
  <p:cSld name="TWO_OBJECTS_WITH_TEXT">
    <p:spTree>
      <p:nvGrpSpPr>
        <p:cNvPr id="40" name="Shape 40"/>
        <p:cNvGrpSpPr/>
        <p:nvPr/>
      </p:nvGrpSpPr>
      <p:grpSpPr>
        <a:xfrm>
          <a:off x="0" y="0"/>
          <a:ext cx="0" cy="0"/>
          <a:chOff x="0" y="0"/>
          <a:chExt cx="0" cy="0"/>
        </a:xfrm>
      </p:grpSpPr>
      <p:sp>
        <p:nvSpPr>
          <p:cNvPr id="41" name="Google Shape;41;p12"/>
          <p:cNvSpPr txBox="1"/>
          <p:nvPr>
            <p:ph type="title"/>
          </p:nvPr>
        </p:nvSpPr>
        <p:spPr>
          <a:xfrm>
            <a:off x="457200" y="274638"/>
            <a:ext cx="8229600" cy="1143000"/>
          </a:xfrm>
          <a:prstGeom prst="rect">
            <a:avLst/>
          </a:prstGeom>
          <a:noFill/>
          <a:ln>
            <a:noFill/>
          </a:ln>
        </p:spPr>
        <p:txBody>
          <a:bodyPr anchorCtr="0" anchor="ctr" bIns="45700" lIns="91425" spcFirstLastPara="1" rIns="91425" wrap="square" tIns="45700">
            <a:normAutofit/>
          </a:bodyPr>
          <a:lstStyle>
            <a:lvl1pPr lvl="0" algn="ctr">
              <a:spcBef>
                <a:spcPts val="0"/>
              </a:spcBef>
              <a:spcAft>
                <a:spcPts val="0"/>
              </a:spcAft>
              <a:buClr>
                <a:schemeClr val="dk1"/>
              </a:buClr>
              <a:buSzPts val="4400"/>
              <a:buFont typeface="Calibri"/>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42" name="Google Shape;42;p12"/>
          <p:cNvSpPr txBox="1"/>
          <p:nvPr>
            <p:ph idx="1" type="body"/>
          </p:nvPr>
        </p:nvSpPr>
        <p:spPr>
          <a:xfrm>
            <a:off x="457200" y="1535113"/>
            <a:ext cx="4040188" cy="639762"/>
          </a:xfrm>
          <a:prstGeom prst="rect">
            <a:avLst/>
          </a:prstGeom>
          <a:noFill/>
          <a:ln>
            <a:noFill/>
          </a:ln>
        </p:spPr>
        <p:txBody>
          <a:bodyPr anchorCtr="0" anchor="b" bIns="45700" lIns="91425" spcFirstLastPara="1" rIns="91425" wrap="square" tIns="45700">
            <a:normAutofit/>
          </a:bodyPr>
          <a:lstStyle>
            <a:lvl1pPr indent="-228600" lvl="0" marL="457200" algn="l">
              <a:spcBef>
                <a:spcPts val="480"/>
              </a:spcBef>
              <a:spcAft>
                <a:spcPts val="0"/>
              </a:spcAft>
              <a:buClr>
                <a:schemeClr val="dk1"/>
              </a:buClr>
              <a:buSzPts val="2400"/>
              <a:buNone/>
              <a:defRPr b="1" sz="2400"/>
            </a:lvl1pPr>
            <a:lvl2pPr indent="-228600" lvl="1" marL="914400" algn="l">
              <a:spcBef>
                <a:spcPts val="400"/>
              </a:spcBef>
              <a:spcAft>
                <a:spcPts val="0"/>
              </a:spcAft>
              <a:buClr>
                <a:schemeClr val="dk1"/>
              </a:buClr>
              <a:buSzPts val="2000"/>
              <a:buNone/>
              <a:defRPr b="1" sz="2000"/>
            </a:lvl2pPr>
            <a:lvl3pPr indent="-228600" lvl="2" marL="1371600" algn="l">
              <a:spcBef>
                <a:spcPts val="360"/>
              </a:spcBef>
              <a:spcAft>
                <a:spcPts val="0"/>
              </a:spcAft>
              <a:buClr>
                <a:schemeClr val="dk1"/>
              </a:buClr>
              <a:buSzPts val="1800"/>
              <a:buNone/>
              <a:defRPr b="1" sz="1800"/>
            </a:lvl3pPr>
            <a:lvl4pPr indent="-228600" lvl="3" marL="1828800" algn="l">
              <a:spcBef>
                <a:spcPts val="320"/>
              </a:spcBef>
              <a:spcAft>
                <a:spcPts val="0"/>
              </a:spcAft>
              <a:buClr>
                <a:schemeClr val="dk1"/>
              </a:buClr>
              <a:buSzPts val="1600"/>
              <a:buNone/>
              <a:defRPr b="1" sz="1600"/>
            </a:lvl4pPr>
            <a:lvl5pPr indent="-228600" lvl="4" marL="2286000" algn="l">
              <a:spcBef>
                <a:spcPts val="320"/>
              </a:spcBef>
              <a:spcAft>
                <a:spcPts val="0"/>
              </a:spcAft>
              <a:buClr>
                <a:schemeClr val="dk1"/>
              </a:buClr>
              <a:buSzPts val="1600"/>
              <a:buNone/>
              <a:defRPr b="1" sz="1600"/>
            </a:lvl5pPr>
            <a:lvl6pPr indent="-228600" lvl="5" marL="2743200" algn="l">
              <a:spcBef>
                <a:spcPts val="320"/>
              </a:spcBef>
              <a:spcAft>
                <a:spcPts val="0"/>
              </a:spcAft>
              <a:buClr>
                <a:schemeClr val="dk1"/>
              </a:buClr>
              <a:buSzPts val="1600"/>
              <a:buNone/>
              <a:defRPr b="1" sz="1600"/>
            </a:lvl6pPr>
            <a:lvl7pPr indent="-228600" lvl="6" marL="3200400" algn="l">
              <a:spcBef>
                <a:spcPts val="320"/>
              </a:spcBef>
              <a:spcAft>
                <a:spcPts val="0"/>
              </a:spcAft>
              <a:buClr>
                <a:schemeClr val="dk1"/>
              </a:buClr>
              <a:buSzPts val="1600"/>
              <a:buNone/>
              <a:defRPr b="1" sz="1600"/>
            </a:lvl7pPr>
            <a:lvl8pPr indent="-228600" lvl="7" marL="3657600" algn="l">
              <a:spcBef>
                <a:spcPts val="320"/>
              </a:spcBef>
              <a:spcAft>
                <a:spcPts val="0"/>
              </a:spcAft>
              <a:buClr>
                <a:schemeClr val="dk1"/>
              </a:buClr>
              <a:buSzPts val="1600"/>
              <a:buNone/>
              <a:defRPr b="1" sz="1600"/>
            </a:lvl8pPr>
            <a:lvl9pPr indent="-228600" lvl="8" marL="4114800" algn="l">
              <a:spcBef>
                <a:spcPts val="320"/>
              </a:spcBef>
              <a:spcAft>
                <a:spcPts val="0"/>
              </a:spcAft>
              <a:buClr>
                <a:schemeClr val="dk1"/>
              </a:buClr>
              <a:buSzPts val="1600"/>
              <a:buNone/>
              <a:defRPr b="1" sz="1600"/>
            </a:lvl9pPr>
          </a:lstStyle>
          <a:p/>
        </p:txBody>
      </p:sp>
      <p:sp>
        <p:nvSpPr>
          <p:cNvPr id="43" name="Google Shape;43;p12"/>
          <p:cNvSpPr txBox="1"/>
          <p:nvPr>
            <p:ph idx="2" type="body"/>
          </p:nvPr>
        </p:nvSpPr>
        <p:spPr>
          <a:xfrm>
            <a:off x="457200" y="2174875"/>
            <a:ext cx="4040188" cy="3951288"/>
          </a:xfrm>
          <a:prstGeom prst="rect">
            <a:avLst/>
          </a:prstGeom>
          <a:noFill/>
          <a:ln>
            <a:noFill/>
          </a:ln>
        </p:spPr>
        <p:txBody>
          <a:bodyPr anchorCtr="0" anchor="t" bIns="45700" lIns="91425" spcFirstLastPara="1" rIns="91425" wrap="square" tIns="45700">
            <a:normAutofit/>
          </a:bodyPr>
          <a:lstStyle>
            <a:lvl1pPr indent="-381000" lvl="0" marL="457200" algn="l">
              <a:spcBef>
                <a:spcPts val="480"/>
              </a:spcBef>
              <a:spcAft>
                <a:spcPts val="0"/>
              </a:spcAft>
              <a:buClr>
                <a:schemeClr val="dk1"/>
              </a:buClr>
              <a:buSzPts val="2400"/>
              <a:buChar char="•"/>
              <a:defRPr sz="2400"/>
            </a:lvl1pPr>
            <a:lvl2pPr indent="-355600" lvl="1" marL="914400" algn="l">
              <a:spcBef>
                <a:spcPts val="400"/>
              </a:spcBef>
              <a:spcAft>
                <a:spcPts val="0"/>
              </a:spcAft>
              <a:buClr>
                <a:schemeClr val="dk1"/>
              </a:buClr>
              <a:buSzPts val="2000"/>
              <a:buChar char="–"/>
              <a:defRPr sz="2000"/>
            </a:lvl2pPr>
            <a:lvl3pPr indent="-342900" lvl="2" marL="1371600" algn="l">
              <a:spcBef>
                <a:spcPts val="360"/>
              </a:spcBef>
              <a:spcAft>
                <a:spcPts val="0"/>
              </a:spcAft>
              <a:buClr>
                <a:schemeClr val="dk1"/>
              </a:buClr>
              <a:buSzPts val="1800"/>
              <a:buChar char="•"/>
              <a:defRPr sz="1800"/>
            </a:lvl3pPr>
            <a:lvl4pPr indent="-330200" lvl="3" marL="1828800" algn="l">
              <a:spcBef>
                <a:spcPts val="320"/>
              </a:spcBef>
              <a:spcAft>
                <a:spcPts val="0"/>
              </a:spcAft>
              <a:buClr>
                <a:schemeClr val="dk1"/>
              </a:buClr>
              <a:buSzPts val="1600"/>
              <a:buChar char="–"/>
              <a:defRPr sz="1600"/>
            </a:lvl4pPr>
            <a:lvl5pPr indent="-330200" lvl="4" marL="2286000" algn="l">
              <a:spcBef>
                <a:spcPts val="320"/>
              </a:spcBef>
              <a:spcAft>
                <a:spcPts val="0"/>
              </a:spcAft>
              <a:buClr>
                <a:schemeClr val="dk1"/>
              </a:buClr>
              <a:buSzPts val="1600"/>
              <a:buChar char="»"/>
              <a:defRPr sz="1600"/>
            </a:lvl5pPr>
            <a:lvl6pPr indent="-330200" lvl="5" marL="2743200" algn="l">
              <a:spcBef>
                <a:spcPts val="320"/>
              </a:spcBef>
              <a:spcAft>
                <a:spcPts val="0"/>
              </a:spcAft>
              <a:buClr>
                <a:schemeClr val="dk1"/>
              </a:buClr>
              <a:buSzPts val="1600"/>
              <a:buChar char="•"/>
              <a:defRPr sz="1600"/>
            </a:lvl6pPr>
            <a:lvl7pPr indent="-330200" lvl="6" marL="3200400" algn="l">
              <a:spcBef>
                <a:spcPts val="320"/>
              </a:spcBef>
              <a:spcAft>
                <a:spcPts val="0"/>
              </a:spcAft>
              <a:buClr>
                <a:schemeClr val="dk1"/>
              </a:buClr>
              <a:buSzPts val="1600"/>
              <a:buChar char="•"/>
              <a:defRPr sz="1600"/>
            </a:lvl7pPr>
            <a:lvl8pPr indent="-330200" lvl="7" marL="3657600" algn="l">
              <a:spcBef>
                <a:spcPts val="320"/>
              </a:spcBef>
              <a:spcAft>
                <a:spcPts val="0"/>
              </a:spcAft>
              <a:buClr>
                <a:schemeClr val="dk1"/>
              </a:buClr>
              <a:buSzPts val="1600"/>
              <a:buChar char="•"/>
              <a:defRPr sz="1600"/>
            </a:lvl8pPr>
            <a:lvl9pPr indent="-330200" lvl="8" marL="4114800" algn="l">
              <a:spcBef>
                <a:spcPts val="320"/>
              </a:spcBef>
              <a:spcAft>
                <a:spcPts val="0"/>
              </a:spcAft>
              <a:buClr>
                <a:schemeClr val="dk1"/>
              </a:buClr>
              <a:buSzPts val="1600"/>
              <a:buChar char="•"/>
              <a:defRPr sz="1600"/>
            </a:lvl9pPr>
          </a:lstStyle>
          <a:p/>
        </p:txBody>
      </p:sp>
      <p:sp>
        <p:nvSpPr>
          <p:cNvPr id="44" name="Google Shape;44;p12"/>
          <p:cNvSpPr txBox="1"/>
          <p:nvPr>
            <p:ph idx="3" type="body"/>
          </p:nvPr>
        </p:nvSpPr>
        <p:spPr>
          <a:xfrm>
            <a:off x="4645025" y="1535113"/>
            <a:ext cx="4041775" cy="639762"/>
          </a:xfrm>
          <a:prstGeom prst="rect">
            <a:avLst/>
          </a:prstGeom>
          <a:noFill/>
          <a:ln>
            <a:noFill/>
          </a:ln>
        </p:spPr>
        <p:txBody>
          <a:bodyPr anchorCtr="0" anchor="b" bIns="45700" lIns="91425" spcFirstLastPara="1" rIns="91425" wrap="square" tIns="45700">
            <a:normAutofit/>
          </a:bodyPr>
          <a:lstStyle>
            <a:lvl1pPr indent="-228600" lvl="0" marL="457200" algn="l">
              <a:spcBef>
                <a:spcPts val="480"/>
              </a:spcBef>
              <a:spcAft>
                <a:spcPts val="0"/>
              </a:spcAft>
              <a:buClr>
                <a:schemeClr val="dk1"/>
              </a:buClr>
              <a:buSzPts val="2400"/>
              <a:buNone/>
              <a:defRPr b="1" sz="2400"/>
            </a:lvl1pPr>
            <a:lvl2pPr indent="-228600" lvl="1" marL="914400" algn="l">
              <a:spcBef>
                <a:spcPts val="400"/>
              </a:spcBef>
              <a:spcAft>
                <a:spcPts val="0"/>
              </a:spcAft>
              <a:buClr>
                <a:schemeClr val="dk1"/>
              </a:buClr>
              <a:buSzPts val="2000"/>
              <a:buNone/>
              <a:defRPr b="1" sz="2000"/>
            </a:lvl2pPr>
            <a:lvl3pPr indent="-228600" lvl="2" marL="1371600" algn="l">
              <a:spcBef>
                <a:spcPts val="360"/>
              </a:spcBef>
              <a:spcAft>
                <a:spcPts val="0"/>
              </a:spcAft>
              <a:buClr>
                <a:schemeClr val="dk1"/>
              </a:buClr>
              <a:buSzPts val="1800"/>
              <a:buNone/>
              <a:defRPr b="1" sz="1800"/>
            </a:lvl3pPr>
            <a:lvl4pPr indent="-228600" lvl="3" marL="1828800" algn="l">
              <a:spcBef>
                <a:spcPts val="320"/>
              </a:spcBef>
              <a:spcAft>
                <a:spcPts val="0"/>
              </a:spcAft>
              <a:buClr>
                <a:schemeClr val="dk1"/>
              </a:buClr>
              <a:buSzPts val="1600"/>
              <a:buNone/>
              <a:defRPr b="1" sz="1600"/>
            </a:lvl4pPr>
            <a:lvl5pPr indent="-228600" lvl="4" marL="2286000" algn="l">
              <a:spcBef>
                <a:spcPts val="320"/>
              </a:spcBef>
              <a:spcAft>
                <a:spcPts val="0"/>
              </a:spcAft>
              <a:buClr>
                <a:schemeClr val="dk1"/>
              </a:buClr>
              <a:buSzPts val="1600"/>
              <a:buNone/>
              <a:defRPr b="1" sz="1600"/>
            </a:lvl5pPr>
            <a:lvl6pPr indent="-228600" lvl="5" marL="2743200" algn="l">
              <a:spcBef>
                <a:spcPts val="320"/>
              </a:spcBef>
              <a:spcAft>
                <a:spcPts val="0"/>
              </a:spcAft>
              <a:buClr>
                <a:schemeClr val="dk1"/>
              </a:buClr>
              <a:buSzPts val="1600"/>
              <a:buNone/>
              <a:defRPr b="1" sz="1600"/>
            </a:lvl6pPr>
            <a:lvl7pPr indent="-228600" lvl="6" marL="3200400" algn="l">
              <a:spcBef>
                <a:spcPts val="320"/>
              </a:spcBef>
              <a:spcAft>
                <a:spcPts val="0"/>
              </a:spcAft>
              <a:buClr>
                <a:schemeClr val="dk1"/>
              </a:buClr>
              <a:buSzPts val="1600"/>
              <a:buNone/>
              <a:defRPr b="1" sz="1600"/>
            </a:lvl7pPr>
            <a:lvl8pPr indent="-228600" lvl="7" marL="3657600" algn="l">
              <a:spcBef>
                <a:spcPts val="320"/>
              </a:spcBef>
              <a:spcAft>
                <a:spcPts val="0"/>
              </a:spcAft>
              <a:buClr>
                <a:schemeClr val="dk1"/>
              </a:buClr>
              <a:buSzPts val="1600"/>
              <a:buNone/>
              <a:defRPr b="1" sz="1600"/>
            </a:lvl8pPr>
            <a:lvl9pPr indent="-228600" lvl="8" marL="4114800" algn="l">
              <a:spcBef>
                <a:spcPts val="320"/>
              </a:spcBef>
              <a:spcAft>
                <a:spcPts val="0"/>
              </a:spcAft>
              <a:buClr>
                <a:schemeClr val="dk1"/>
              </a:buClr>
              <a:buSzPts val="1600"/>
              <a:buNone/>
              <a:defRPr b="1" sz="1600"/>
            </a:lvl9pPr>
          </a:lstStyle>
          <a:p/>
        </p:txBody>
      </p:sp>
      <p:sp>
        <p:nvSpPr>
          <p:cNvPr id="45" name="Google Shape;45;p12"/>
          <p:cNvSpPr txBox="1"/>
          <p:nvPr>
            <p:ph idx="4" type="body"/>
          </p:nvPr>
        </p:nvSpPr>
        <p:spPr>
          <a:xfrm>
            <a:off x="4645025" y="2174875"/>
            <a:ext cx="4041775" cy="3951288"/>
          </a:xfrm>
          <a:prstGeom prst="rect">
            <a:avLst/>
          </a:prstGeom>
          <a:noFill/>
          <a:ln>
            <a:noFill/>
          </a:ln>
        </p:spPr>
        <p:txBody>
          <a:bodyPr anchorCtr="0" anchor="t" bIns="45700" lIns="91425" spcFirstLastPara="1" rIns="91425" wrap="square" tIns="45700">
            <a:normAutofit/>
          </a:bodyPr>
          <a:lstStyle>
            <a:lvl1pPr indent="-381000" lvl="0" marL="457200" algn="l">
              <a:spcBef>
                <a:spcPts val="480"/>
              </a:spcBef>
              <a:spcAft>
                <a:spcPts val="0"/>
              </a:spcAft>
              <a:buClr>
                <a:schemeClr val="dk1"/>
              </a:buClr>
              <a:buSzPts val="2400"/>
              <a:buChar char="•"/>
              <a:defRPr sz="2400"/>
            </a:lvl1pPr>
            <a:lvl2pPr indent="-355600" lvl="1" marL="914400" algn="l">
              <a:spcBef>
                <a:spcPts val="400"/>
              </a:spcBef>
              <a:spcAft>
                <a:spcPts val="0"/>
              </a:spcAft>
              <a:buClr>
                <a:schemeClr val="dk1"/>
              </a:buClr>
              <a:buSzPts val="2000"/>
              <a:buChar char="–"/>
              <a:defRPr sz="2000"/>
            </a:lvl2pPr>
            <a:lvl3pPr indent="-342900" lvl="2" marL="1371600" algn="l">
              <a:spcBef>
                <a:spcPts val="360"/>
              </a:spcBef>
              <a:spcAft>
                <a:spcPts val="0"/>
              </a:spcAft>
              <a:buClr>
                <a:schemeClr val="dk1"/>
              </a:buClr>
              <a:buSzPts val="1800"/>
              <a:buChar char="•"/>
              <a:defRPr sz="1800"/>
            </a:lvl3pPr>
            <a:lvl4pPr indent="-330200" lvl="3" marL="1828800" algn="l">
              <a:spcBef>
                <a:spcPts val="320"/>
              </a:spcBef>
              <a:spcAft>
                <a:spcPts val="0"/>
              </a:spcAft>
              <a:buClr>
                <a:schemeClr val="dk1"/>
              </a:buClr>
              <a:buSzPts val="1600"/>
              <a:buChar char="–"/>
              <a:defRPr sz="1600"/>
            </a:lvl4pPr>
            <a:lvl5pPr indent="-330200" lvl="4" marL="2286000" algn="l">
              <a:spcBef>
                <a:spcPts val="320"/>
              </a:spcBef>
              <a:spcAft>
                <a:spcPts val="0"/>
              </a:spcAft>
              <a:buClr>
                <a:schemeClr val="dk1"/>
              </a:buClr>
              <a:buSzPts val="1600"/>
              <a:buChar char="»"/>
              <a:defRPr sz="1600"/>
            </a:lvl5pPr>
            <a:lvl6pPr indent="-330200" lvl="5" marL="2743200" algn="l">
              <a:spcBef>
                <a:spcPts val="320"/>
              </a:spcBef>
              <a:spcAft>
                <a:spcPts val="0"/>
              </a:spcAft>
              <a:buClr>
                <a:schemeClr val="dk1"/>
              </a:buClr>
              <a:buSzPts val="1600"/>
              <a:buChar char="•"/>
              <a:defRPr sz="1600"/>
            </a:lvl6pPr>
            <a:lvl7pPr indent="-330200" lvl="6" marL="3200400" algn="l">
              <a:spcBef>
                <a:spcPts val="320"/>
              </a:spcBef>
              <a:spcAft>
                <a:spcPts val="0"/>
              </a:spcAft>
              <a:buClr>
                <a:schemeClr val="dk1"/>
              </a:buClr>
              <a:buSzPts val="1600"/>
              <a:buChar char="•"/>
              <a:defRPr sz="1600"/>
            </a:lvl7pPr>
            <a:lvl8pPr indent="-330200" lvl="7" marL="3657600" algn="l">
              <a:spcBef>
                <a:spcPts val="320"/>
              </a:spcBef>
              <a:spcAft>
                <a:spcPts val="0"/>
              </a:spcAft>
              <a:buClr>
                <a:schemeClr val="dk1"/>
              </a:buClr>
              <a:buSzPts val="1600"/>
              <a:buChar char="•"/>
              <a:defRPr sz="1600"/>
            </a:lvl8pPr>
            <a:lvl9pPr indent="-330200" lvl="8" marL="4114800" algn="l">
              <a:spcBef>
                <a:spcPts val="320"/>
              </a:spcBef>
              <a:spcAft>
                <a:spcPts val="0"/>
              </a:spcAft>
              <a:buClr>
                <a:schemeClr val="dk1"/>
              </a:buClr>
              <a:buSzPts val="1600"/>
              <a:buChar char="•"/>
              <a:defRPr sz="1600"/>
            </a:lvl9pPr>
          </a:lstStyle>
          <a:p/>
        </p:txBody>
      </p:sp>
      <p:sp>
        <p:nvSpPr>
          <p:cNvPr id="46" name="Google Shape;46;p12"/>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47" name="Google Shape;47;p12"/>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48" name="Google Shape;48;p12"/>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type="titleOnly">
  <p:cSld name="TITLE_ONLY">
    <p:spTree>
      <p:nvGrpSpPr>
        <p:cNvPr id="49" name="Shape 49"/>
        <p:cNvGrpSpPr/>
        <p:nvPr/>
      </p:nvGrpSpPr>
      <p:grpSpPr>
        <a:xfrm>
          <a:off x="0" y="0"/>
          <a:ext cx="0" cy="0"/>
          <a:chOff x="0" y="0"/>
          <a:chExt cx="0" cy="0"/>
        </a:xfrm>
      </p:grpSpPr>
      <p:sp>
        <p:nvSpPr>
          <p:cNvPr id="50" name="Google Shape;50;p13"/>
          <p:cNvSpPr txBox="1"/>
          <p:nvPr>
            <p:ph type="title"/>
          </p:nvPr>
        </p:nvSpPr>
        <p:spPr>
          <a:xfrm>
            <a:off x="457200" y="274638"/>
            <a:ext cx="8229600" cy="1143000"/>
          </a:xfrm>
          <a:prstGeom prst="rect">
            <a:avLst/>
          </a:prstGeom>
          <a:noFill/>
          <a:ln>
            <a:noFill/>
          </a:ln>
        </p:spPr>
        <p:txBody>
          <a:bodyPr anchorCtr="0" anchor="ctr" bIns="45700" lIns="91425" spcFirstLastPara="1" rIns="91425" wrap="square" tIns="45700">
            <a:normAutofit/>
          </a:bodyPr>
          <a:lstStyle>
            <a:lvl1pPr lvl="0" algn="ctr">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51" name="Google Shape;51;p13"/>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52" name="Google Shape;52;p13"/>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53" name="Google Shape;53;p13"/>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ontent with Caption" type="objTx">
  <p:cSld name="OBJECT_WITH_CAPTION_TEXT">
    <p:spTree>
      <p:nvGrpSpPr>
        <p:cNvPr id="54" name="Shape 54"/>
        <p:cNvGrpSpPr/>
        <p:nvPr/>
      </p:nvGrpSpPr>
      <p:grpSpPr>
        <a:xfrm>
          <a:off x="0" y="0"/>
          <a:ext cx="0" cy="0"/>
          <a:chOff x="0" y="0"/>
          <a:chExt cx="0" cy="0"/>
        </a:xfrm>
      </p:grpSpPr>
      <p:sp>
        <p:nvSpPr>
          <p:cNvPr id="55" name="Google Shape;55;p14"/>
          <p:cNvSpPr txBox="1"/>
          <p:nvPr>
            <p:ph type="title"/>
          </p:nvPr>
        </p:nvSpPr>
        <p:spPr>
          <a:xfrm>
            <a:off x="457200" y="273050"/>
            <a:ext cx="3008313" cy="1162050"/>
          </a:xfrm>
          <a:prstGeom prst="rect">
            <a:avLst/>
          </a:prstGeom>
          <a:noFill/>
          <a:ln>
            <a:noFill/>
          </a:ln>
        </p:spPr>
        <p:txBody>
          <a:bodyPr anchorCtr="0" anchor="b" bIns="45700" lIns="91425" spcFirstLastPara="1" rIns="91425" wrap="square" tIns="45700">
            <a:normAutofit/>
          </a:bodyPr>
          <a:lstStyle>
            <a:lvl1pPr lvl="0" algn="l">
              <a:spcBef>
                <a:spcPts val="0"/>
              </a:spcBef>
              <a:spcAft>
                <a:spcPts val="0"/>
              </a:spcAft>
              <a:buClr>
                <a:schemeClr val="dk1"/>
              </a:buClr>
              <a:buSzPts val="2000"/>
              <a:buFont typeface="Calibri"/>
              <a:buNone/>
              <a:defRPr b="1" sz="2000"/>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56" name="Google Shape;56;p14"/>
          <p:cNvSpPr txBox="1"/>
          <p:nvPr>
            <p:ph idx="1" type="body"/>
          </p:nvPr>
        </p:nvSpPr>
        <p:spPr>
          <a:xfrm>
            <a:off x="3575050" y="273050"/>
            <a:ext cx="5111750" cy="5853113"/>
          </a:xfrm>
          <a:prstGeom prst="rect">
            <a:avLst/>
          </a:prstGeom>
          <a:noFill/>
          <a:ln>
            <a:noFill/>
          </a:ln>
        </p:spPr>
        <p:txBody>
          <a:bodyPr anchorCtr="0" anchor="t" bIns="45700" lIns="91425" spcFirstLastPara="1" rIns="91425" wrap="square" tIns="45700">
            <a:normAutofit/>
          </a:bodyPr>
          <a:lstStyle>
            <a:lvl1pPr indent="-431800" lvl="0" marL="457200" algn="l">
              <a:spcBef>
                <a:spcPts val="640"/>
              </a:spcBef>
              <a:spcAft>
                <a:spcPts val="0"/>
              </a:spcAft>
              <a:buClr>
                <a:schemeClr val="dk1"/>
              </a:buClr>
              <a:buSzPts val="3200"/>
              <a:buChar char="•"/>
              <a:defRPr sz="3200"/>
            </a:lvl1pPr>
            <a:lvl2pPr indent="-406400" lvl="1" marL="914400" algn="l">
              <a:spcBef>
                <a:spcPts val="560"/>
              </a:spcBef>
              <a:spcAft>
                <a:spcPts val="0"/>
              </a:spcAft>
              <a:buClr>
                <a:schemeClr val="dk1"/>
              </a:buClr>
              <a:buSzPts val="2800"/>
              <a:buChar char="–"/>
              <a:defRPr sz="2800"/>
            </a:lvl2pPr>
            <a:lvl3pPr indent="-381000" lvl="2" marL="1371600" algn="l">
              <a:spcBef>
                <a:spcPts val="480"/>
              </a:spcBef>
              <a:spcAft>
                <a:spcPts val="0"/>
              </a:spcAft>
              <a:buClr>
                <a:schemeClr val="dk1"/>
              </a:buClr>
              <a:buSzPts val="2400"/>
              <a:buChar char="•"/>
              <a:defRPr sz="2400"/>
            </a:lvl3pPr>
            <a:lvl4pPr indent="-355600" lvl="3" marL="1828800" algn="l">
              <a:spcBef>
                <a:spcPts val="400"/>
              </a:spcBef>
              <a:spcAft>
                <a:spcPts val="0"/>
              </a:spcAft>
              <a:buClr>
                <a:schemeClr val="dk1"/>
              </a:buClr>
              <a:buSzPts val="2000"/>
              <a:buChar char="–"/>
              <a:defRPr sz="2000"/>
            </a:lvl4pPr>
            <a:lvl5pPr indent="-355600" lvl="4" marL="2286000" algn="l">
              <a:spcBef>
                <a:spcPts val="400"/>
              </a:spcBef>
              <a:spcAft>
                <a:spcPts val="0"/>
              </a:spcAft>
              <a:buClr>
                <a:schemeClr val="dk1"/>
              </a:buClr>
              <a:buSzPts val="2000"/>
              <a:buChar char="»"/>
              <a:defRPr sz="2000"/>
            </a:lvl5pPr>
            <a:lvl6pPr indent="-355600" lvl="5" marL="2743200" algn="l">
              <a:spcBef>
                <a:spcPts val="400"/>
              </a:spcBef>
              <a:spcAft>
                <a:spcPts val="0"/>
              </a:spcAft>
              <a:buClr>
                <a:schemeClr val="dk1"/>
              </a:buClr>
              <a:buSzPts val="2000"/>
              <a:buChar char="•"/>
              <a:defRPr sz="2000"/>
            </a:lvl6pPr>
            <a:lvl7pPr indent="-355600" lvl="6" marL="3200400" algn="l">
              <a:spcBef>
                <a:spcPts val="400"/>
              </a:spcBef>
              <a:spcAft>
                <a:spcPts val="0"/>
              </a:spcAft>
              <a:buClr>
                <a:schemeClr val="dk1"/>
              </a:buClr>
              <a:buSzPts val="2000"/>
              <a:buChar char="•"/>
              <a:defRPr sz="2000"/>
            </a:lvl7pPr>
            <a:lvl8pPr indent="-355600" lvl="7" marL="3657600" algn="l">
              <a:spcBef>
                <a:spcPts val="400"/>
              </a:spcBef>
              <a:spcAft>
                <a:spcPts val="0"/>
              </a:spcAft>
              <a:buClr>
                <a:schemeClr val="dk1"/>
              </a:buClr>
              <a:buSzPts val="2000"/>
              <a:buChar char="•"/>
              <a:defRPr sz="2000"/>
            </a:lvl8pPr>
            <a:lvl9pPr indent="-355600" lvl="8" marL="4114800" algn="l">
              <a:spcBef>
                <a:spcPts val="400"/>
              </a:spcBef>
              <a:spcAft>
                <a:spcPts val="0"/>
              </a:spcAft>
              <a:buClr>
                <a:schemeClr val="dk1"/>
              </a:buClr>
              <a:buSzPts val="2000"/>
              <a:buChar char="•"/>
              <a:defRPr sz="2000"/>
            </a:lvl9pPr>
          </a:lstStyle>
          <a:p/>
        </p:txBody>
      </p:sp>
      <p:sp>
        <p:nvSpPr>
          <p:cNvPr id="57" name="Google Shape;57;p14"/>
          <p:cNvSpPr txBox="1"/>
          <p:nvPr>
            <p:ph idx="2" type="body"/>
          </p:nvPr>
        </p:nvSpPr>
        <p:spPr>
          <a:xfrm>
            <a:off x="457200" y="1435100"/>
            <a:ext cx="3008313" cy="4691063"/>
          </a:xfrm>
          <a:prstGeom prst="rect">
            <a:avLst/>
          </a:prstGeom>
          <a:noFill/>
          <a:ln>
            <a:noFill/>
          </a:ln>
        </p:spPr>
        <p:txBody>
          <a:bodyPr anchorCtr="0" anchor="t" bIns="45700" lIns="91425" spcFirstLastPara="1" rIns="91425" wrap="square" tIns="45700">
            <a:normAutofit/>
          </a:bodyPr>
          <a:lstStyle>
            <a:lvl1pPr indent="-228600" lvl="0" marL="457200" algn="l">
              <a:spcBef>
                <a:spcPts val="280"/>
              </a:spcBef>
              <a:spcAft>
                <a:spcPts val="0"/>
              </a:spcAft>
              <a:buClr>
                <a:schemeClr val="dk1"/>
              </a:buClr>
              <a:buSzPts val="1400"/>
              <a:buNone/>
              <a:defRPr sz="1400"/>
            </a:lvl1pPr>
            <a:lvl2pPr indent="-228600" lvl="1" marL="914400" algn="l">
              <a:spcBef>
                <a:spcPts val="240"/>
              </a:spcBef>
              <a:spcAft>
                <a:spcPts val="0"/>
              </a:spcAft>
              <a:buClr>
                <a:schemeClr val="dk1"/>
              </a:buClr>
              <a:buSzPts val="1200"/>
              <a:buNone/>
              <a:defRPr sz="1200"/>
            </a:lvl2pPr>
            <a:lvl3pPr indent="-228600" lvl="2" marL="1371600" algn="l">
              <a:spcBef>
                <a:spcPts val="200"/>
              </a:spcBef>
              <a:spcAft>
                <a:spcPts val="0"/>
              </a:spcAft>
              <a:buClr>
                <a:schemeClr val="dk1"/>
              </a:buClr>
              <a:buSzPts val="1000"/>
              <a:buNone/>
              <a:defRPr sz="1000"/>
            </a:lvl3pPr>
            <a:lvl4pPr indent="-228600" lvl="3" marL="1828800" algn="l">
              <a:spcBef>
                <a:spcPts val="180"/>
              </a:spcBef>
              <a:spcAft>
                <a:spcPts val="0"/>
              </a:spcAft>
              <a:buClr>
                <a:schemeClr val="dk1"/>
              </a:buClr>
              <a:buSzPts val="900"/>
              <a:buNone/>
              <a:defRPr sz="900"/>
            </a:lvl4pPr>
            <a:lvl5pPr indent="-228600" lvl="4" marL="2286000" algn="l">
              <a:spcBef>
                <a:spcPts val="180"/>
              </a:spcBef>
              <a:spcAft>
                <a:spcPts val="0"/>
              </a:spcAft>
              <a:buClr>
                <a:schemeClr val="dk1"/>
              </a:buClr>
              <a:buSzPts val="900"/>
              <a:buNone/>
              <a:defRPr sz="900"/>
            </a:lvl5pPr>
            <a:lvl6pPr indent="-228600" lvl="5" marL="2743200" algn="l">
              <a:spcBef>
                <a:spcPts val="180"/>
              </a:spcBef>
              <a:spcAft>
                <a:spcPts val="0"/>
              </a:spcAft>
              <a:buClr>
                <a:schemeClr val="dk1"/>
              </a:buClr>
              <a:buSzPts val="900"/>
              <a:buNone/>
              <a:defRPr sz="900"/>
            </a:lvl6pPr>
            <a:lvl7pPr indent="-228600" lvl="6" marL="3200400" algn="l">
              <a:spcBef>
                <a:spcPts val="180"/>
              </a:spcBef>
              <a:spcAft>
                <a:spcPts val="0"/>
              </a:spcAft>
              <a:buClr>
                <a:schemeClr val="dk1"/>
              </a:buClr>
              <a:buSzPts val="900"/>
              <a:buNone/>
              <a:defRPr sz="900"/>
            </a:lvl7pPr>
            <a:lvl8pPr indent="-228600" lvl="7" marL="3657600" algn="l">
              <a:spcBef>
                <a:spcPts val="180"/>
              </a:spcBef>
              <a:spcAft>
                <a:spcPts val="0"/>
              </a:spcAft>
              <a:buClr>
                <a:schemeClr val="dk1"/>
              </a:buClr>
              <a:buSzPts val="900"/>
              <a:buNone/>
              <a:defRPr sz="900"/>
            </a:lvl8pPr>
            <a:lvl9pPr indent="-228600" lvl="8" marL="4114800" algn="l">
              <a:spcBef>
                <a:spcPts val="180"/>
              </a:spcBef>
              <a:spcAft>
                <a:spcPts val="0"/>
              </a:spcAft>
              <a:buClr>
                <a:schemeClr val="dk1"/>
              </a:buClr>
              <a:buSzPts val="900"/>
              <a:buNone/>
              <a:defRPr sz="900"/>
            </a:lvl9pPr>
          </a:lstStyle>
          <a:p/>
        </p:txBody>
      </p:sp>
      <p:sp>
        <p:nvSpPr>
          <p:cNvPr id="58" name="Google Shape;58;p14"/>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59" name="Google Shape;59;p14"/>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60" name="Google Shape;60;p14"/>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Picture with Caption" type="picTx">
  <p:cSld name="PICTURE_WITH_CAPTION_TEXT">
    <p:spTree>
      <p:nvGrpSpPr>
        <p:cNvPr id="61" name="Shape 61"/>
        <p:cNvGrpSpPr/>
        <p:nvPr/>
      </p:nvGrpSpPr>
      <p:grpSpPr>
        <a:xfrm>
          <a:off x="0" y="0"/>
          <a:ext cx="0" cy="0"/>
          <a:chOff x="0" y="0"/>
          <a:chExt cx="0" cy="0"/>
        </a:xfrm>
      </p:grpSpPr>
      <p:sp>
        <p:nvSpPr>
          <p:cNvPr id="62" name="Google Shape;62;p15"/>
          <p:cNvSpPr txBox="1"/>
          <p:nvPr>
            <p:ph type="title"/>
          </p:nvPr>
        </p:nvSpPr>
        <p:spPr>
          <a:xfrm>
            <a:off x="1792288" y="4800600"/>
            <a:ext cx="5486400" cy="566738"/>
          </a:xfrm>
          <a:prstGeom prst="rect">
            <a:avLst/>
          </a:prstGeom>
          <a:noFill/>
          <a:ln>
            <a:noFill/>
          </a:ln>
        </p:spPr>
        <p:txBody>
          <a:bodyPr anchorCtr="0" anchor="b" bIns="45700" lIns="91425" spcFirstLastPara="1" rIns="91425" wrap="square" tIns="45700">
            <a:normAutofit/>
          </a:bodyPr>
          <a:lstStyle>
            <a:lvl1pPr lvl="0" algn="l">
              <a:spcBef>
                <a:spcPts val="0"/>
              </a:spcBef>
              <a:spcAft>
                <a:spcPts val="0"/>
              </a:spcAft>
              <a:buClr>
                <a:schemeClr val="dk1"/>
              </a:buClr>
              <a:buSzPts val="2000"/>
              <a:buFont typeface="Calibri"/>
              <a:buNone/>
              <a:defRPr b="1" sz="2000"/>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63" name="Google Shape;63;p15"/>
          <p:cNvSpPr/>
          <p:nvPr>
            <p:ph idx="2" type="pic"/>
          </p:nvPr>
        </p:nvSpPr>
        <p:spPr>
          <a:xfrm>
            <a:off x="1792288" y="612775"/>
            <a:ext cx="5486400" cy="4114800"/>
          </a:xfrm>
          <a:prstGeom prst="rect">
            <a:avLst/>
          </a:prstGeom>
          <a:noFill/>
          <a:ln>
            <a:noFill/>
          </a:ln>
        </p:spPr>
      </p:sp>
      <p:sp>
        <p:nvSpPr>
          <p:cNvPr id="64" name="Google Shape;64;p15"/>
          <p:cNvSpPr txBox="1"/>
          <p:nvPr>
            <p:ph idx="1" type="body"/>
          </p:nvPr>
        </p:nvSpPr>
        <p:spPr>
          <a:xfrm>
            <a:off x="1792288" y="5367338"/>
            <a:ext cx="5486400" cy="804862"/>
          </a:xfrm>
          <a:prstGeom prst="rect">
            <a:avLst/>
          </a:prstGeom>
          <a:noFill/>
          <a:ln>
            <a:noFill/>
          </a:ln>
        </p:spPr>
        <p:txBody>
          <a:bodyPr anchorCtr="0" anchor="t" bIns="45700" lIns="91425" spcFirstLastPara="1" rIns="91425" wrap="square" tIns="45700">
            <a:normAutofit/>
          </a:bodyPr>
          <a:lstStyle>
            <a:lvl1pPr indent="-228600" lvl="0" marL="457200" algn="l">
              <a:spcBef>
                <a:spcPts val="280"/>
              </a:spcBef>
              <a:spcAft>
                <a:spcPts val="0"/>
              </a:spcAft>
              <a:buClr>
                <a:schemeClr val="dk1"/>
              </a:buClr>
              <a:buSzPts val="1400"/>
              <a:buNone/>
              <a:defRPr sz="1400"/>
            </a:lvl1pPr>
            <a:lvl2pPr indent="-228600" lvl="1" marL="914400" algn="l">
              <a:spcBef>
                <a:spcPts val="240"/>
              </a:spcBef>
              <a:spcAft>
                <a:spcPts val="0"/>
              </a:spcAft>
              <a:buClr>
                <a:schemeClr val="dk1"/>
              </a:buClr>
              <a:buSzPts val="1200"/>
              <a:buNone/>
              <a:defRPr sz="1200"/>
            </a:lvl2pPr>
            <a:lvl3pPr indent="-228600" lvl="2" marL="1371600" algn="l">
              <a:spcBef>
                <a:spcPts val="200"/>
              </a:spcBef>
              <a:spcAft>
                <a:spcPts val="0"/>
              </a:spcAft>
              <a:buClr>
                <a:schemeClr val="dk1"/>
              </a:buClr>
              <a:buSzPts val="1000"/>
              <a:buNone/>
              <a:defRPr sz="1000"/>
            </a:lvl3pPr>
            <a:lvl4pPr indent="-228600" lvl="3" marL="1828800" algn="l">
              <a:spcBef>
                <a:spcPts val="180"/>
              </a:spcBef>
              <a:spcAft>
                <a:spcPts val="0"/>
              </a:spcAft>
              <a:buClr>
                <a:schemeClr val="dk1"/>
              </a:buClr>
              <a:buSzPts val="900"/>
              <a:buNone/>
              <a:defRPr sz="900"/>
            </a:lvl4pPr>
            <a:lvl5pPr indent="-228600" lvl="4" marL="2286000" algn="l">
              <a:spcBef>
                <a:spcPts val="180"/>
              </a:spcBef>
              <a:spcAft>
                <a:spcPts val="0"/>
              </a:spcAft>
              <a:buClr>
                <a:schemeClr val="dk1"/>
              </a:buClr>
              <a:buSzPts val="900"/>
              <a:buNone/>
              <a:defRPr sz="900"/>
            </a:lvl5pPr>
            <a:lvl6pPr indent="-228600" lvl="5" marL="2743200" algn="l">
              <a:spcBef>
                <a:spcPts val="180"/>
              </a:spcBef>
              <a:spcAft>
                <a:spcPts val="0"/>
              </a:spcAft>
              <a:buClr>
                <a:schemeClr val="dk1"/>
              </a:buClr>
              <a:buSzPts val="900"/>
              <a:buNone/>
              <a:defRPr sz="900"/>
            </a:lvl6pPr>
            <a:lvl7pPr indent="-228600" lvl="6" marL="3200400" algn="l">
              <a:spcBef>
                <a:spcPts val="180"/>
              </a:spcBef>
              <a:spcAft>
                <a:spcPts val="0"/>
              </a:spcAft>
              <a:buClr>
                <a:schemeClr val="dk1"/>
              </a:buClr>
              <a:buSzPts val="900"/>
              <a:buNone/>
              <a:defRPr sz="900"/>
            </a:lvl7pPr>
            <a:lvl8pPr indent="-228600" lvl="7" marL="3657600" algn="l">
              <a:spcBef>
                <a:spcPts val="180"/>
              </a:spcBef>
              <a:spcAft>
                <a:spcPts val="0"/>
              </a:spcAft>
              <a:buClr>
                <a:schemeClr val="dk1"/>
              </a:buClr>
              <a:buSzPts val="900"/>
              <a:buNone/>
              <a:defRPr sz="900"/>
            </a:lvl8pPr>
            <a:lvl9pPr indent="-228600" lvl="8" marL="4114800" algn="l">
              <a:spcBef>
                <a:spcPts val="180"/>
              </a:spcBef>
              <a:spcAft>
                <a:spcPts val="0"/>
              </a:spcAft>
              <a:buClr>
                <a:schemeClr val="dk1"/>
              </a:buClr>
              <a:buSzPts val="900"/>
              <a:buNone/>
              <a:defRPr sz="900"/>
            </a:lvl9pPr>
          </a:lstStyle>
          <a:p/>
        </p:txBody>
      </p:sp>
      <p:sp>
        <p:nvSpPr>
          <p:cNvPr id="65" name="Google Shape;65;p15"/>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66" name="Google Shape;66;p15"/>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67" name="Google Shape;67;p15"/>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Vertical Text" type="vertTx">
  <p:cSld name="VERTICAL_TEXT">
    <p:spTree>
      <p:nvGrpSpPr>
        <p:cNvPr id="68" name="Shape 68"/>
        <p:cNvGrpSpPr/>
        <p:nvPr/>
      </p:nvGrpSpPr>
      <p:grpSpPr>
        <a:xfrm>
          <a:off x="0" y="0"/>
          <a:ext cx="0" cy="0"/>
          <a:chOff x="0" y="0"/>
          <a:chExt cx="0" cy="0"/>
        </a:xfrm>
      </p:grpSpPr>
      <p:sp>
        <p:nvSpPr>
          <p:cNvPr id="69" name="Google Shape;69;p16"/>
          <p:cNvSpPr txBox="1"/>
          <p:nvPr>
            <p:ph type="title"/>
          </p:nvPr>
        </p:nvSpPr>
        <p:spPr>
          <a:xfrm>
            <a:off x="457200" y="274638"/>
            <a:ext cx="8229600" cy="1143000"/>
          </a:xfrm>
          <a:prstGeom prst="rect">
            <a:avLst/>
          </a:prstGeom>
          <a:noFill/>
          <a:ln>
            <a:noFill/>
          </a:ln>
        </p:spPr>
        <p:txBody>
          <a:bodyPr anchorCtr="0" anchor="ctr" bIns="45700" lIns="91425" spcFirstLastPara="1" rIns="91425" wrap="square" tIns="45700">
            <a:normAutofit/>
          </a:bodyPr>
          <a:lstStyle>
            <a:lvl1pPr lvl="0" algn="ctr">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70" name="Google Shape;70;p16"/>
          <p:cNvSpPr txBox="1"/>
          <p:nvPr>
            <p:ph idx="1" type="body"/>
          </p:nvPr>
        </p:nvSpPr>
        <p:spPr>
          <a:xfrm rot="5400000">
            <a:off x="2309019" y="-251618"/>
            <a:ext cx="4525963" cy="8229600"/>
          </a:xfrm>
          <a:prstGeom prst="rect">
            <a:avLst/>
          </a:prstGeom>
          <a:noFill/>
          <a:ln>
            <a:noFill/>
          </a:ln>
        </p:spPr>
        <p:txBody>
          <a:bodyPr anchorCtr="0" anchor="t" bIns="45700" lIns="91425" spcFirstLastPara="1" rIns="91425" wrap="square" tIns="45700">
            <a:normAutofit/>
          </a:bodyPr>
          <a:lstStyle>
            <a:lvl1pPr indent="-342900" lvl="0" marL="457200" algn="l">
              <a:spcBef>
                <a:spcPts val="360"/>
              </a:spcBef>
              <a:spcAft>
                <a:spcPts val="0"/>
              </a:spcAft>
              <a:buClr>
                <a:schemeClr val="dk1"/>
              </a:buClr>
              <a:buSzPts val="1800"/>
              <a:buChar char="•"/>
              <a:defRPr/>
            </a:lvl1pPr>
            <a:lvl2pPr indent="-342900" lvl="1" marL="914400" algn="l">
              <a:spcBef>
                <a:spcPts val="360"/>
              </a:spcBef>
              <a:spcAft>
                <a:spcPts val="0"/>
              </a:spcAft>
              <a:buClr>
                <a:schemeClr val="dk1"/>
              </a:buClr>
              <a:buSzPts val="1800"/>
              <a:buChar char="–"/>
              <a:defRPr/>
            </a:lvl2pPr>
            <a:lvl3pPr indent="-342900" lvl="2" marL="1371600" algn="l">
              <a:spcBef>
                <a:spcPts val="360"/>
              </a:spcBef>
              <a:spcAft>
                <a:spcPts val="0"/>
              </a:spcAft>
              <a:buClr>
                <a:schemeClr val="dk1"/>
              </a:buClr>
              <a:buSzPts val="1800"/>
              <a:buChar char="•"/>
              <a:defRPr/>
            </a:lvl3pPr>
            <a:lvl4pPr indent="-342900" lvl="3" marL="1828800" algn="l">
              <a:spcBef>
                <a:spcPts val="360"/>
              </a:spcBef>
              <a:spcAft>
                <a:spcPts val="0"/>
              </a:spcAft>
              <a:buClr>
                <a:schemeClr val="dk1"/>
              </a:buClr>
              <a:buSzPts val="1800"/>
              <a:buChar char="–"/>
              <a:defRPr/>
            </a:lvl4pPr>
            <a:lvl5pPr indent="-342900" lvl="4" marL="2286000" algn="l">
              <a:spcBef>
                <a:spcPts val="360"/>
              </a:spcBef>
              <a:spcAft>
                <a:spcPts val="0"/>
              </a:spcAft>
              <a:buClr>
                <a:schemeClr val="dk1"/>
              </a:buClr>
              <a:buSzPts val="1800"/>
              <a:buChar char="»"/>
              <a:defRPr/>
            </a:lvl5pPr>
            <a:lvl6pPr indent="-342900" lvl="5" marL="2743200" algn="l">
              <a:spcBef>
                <a:spcPts val="360"/>
              </a:spcBef>
              <a:spcAft>
                <a:spcPts val="0"/>
              </a:spcAft>
              <a:buClr>
                <a:schemeClr val="dk1"/>
              </a:buClr>
              <a:buSzPts val="1800"/>
              <a:buChar char="•"/>
              <a:defRPr/>
            </a:lvl6pPr>
            <a:lvl7pPr indent="-342900" lvl="6" marL="3200400" algn="l">
              <a:spcBef>
                <a:spcPts val="360"/>
              </a:spcBef>
              <a:spcAft>
                <a:spcPts val="0"/>
              </a:spcAft>
              <a:buClr>
                <a:schemeClr val="dk1"/>
              </a:buClr>
              <a:buSzPts val="1800"/>
              <a:buChar char="•"/>
              <a:defRPr/>
            </a:lvl7pPr>
            <a:lvl8pPr indent="-342900" lvl="7" marL="3657600" algn="l">
              <a:spcBef>
                <a:spcPts val="360"/>
              </a:spcBef>
              <a:spcAft>
                <a:spcPts val="0"/>
              </a:spcAft>
              <a:buClr>
                <a:schemeClr val="dk1"/>
              </a:buClr>
              <a:buSzPts val="1800"/>
              <a:buChar char="•"/>
              <a:defRPr/>
            </a:lvl8pPr>
            <a:lvl9pPr indent="-342900" lvl="8" marL="4114800" algn="l">
              <a:spcBef>
                <a:spcPts val="360"/>
              </a:spcBef>
              <a:spcAft>
                <a:spcPts val="0"/>
              </a:spcAft>
              <a:buClr>
                <a:schemeClr val="dk1"/>
              </a:buClr>
              <a:buSzPts val="1800"/>
              <a:buChar char="•"/>
              <a:defRPr/>
            </a:lvl9pPr>
          </a:lstStyle>
          <a:p/>
        </p:txBody>
      </p:sp>
      <p:sp>
        <p:nvSpPr>
          <p:cNvPr id="71" name="Google Shape;71;p16"/>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72" name="Google Shape;72;p16"/>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73" name="Google Shape;73;p16"/>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Vertical Title and Text" type="vertTitleAndTx">
  <p:cSld name="VERTICAL_TITLE_AND_VERTICAL_TEXT">
    <p:spTree>
      <p:nvGrpSpPr>
        <p:cNvPr id="74" name="Shape 74"/>
        <p:cNvGrpSpPr/>
        <p:nvPr/>
      </p:nvGrpSpPr>
      <p:grpSpPr>
        <a:xfrm>
          <a:off x="0" y="0"/>
          <a:ext cx="0" cy="0"/>
          <a:chOff x="0" y="0"/>
          <a:chExt cx="0" cy="0"/>
        </a:xfrm>
      </p:grpSpPr>
      <p:sp>
        <p:nvSpPr>
          <p:cNvPr id="75" name="Google Shape;75;p17"/>
          <p:cNvSpPr txBox="1"/>
          <p:nvPr>
            <p:ph type="title"/>
          </p:nvPr>
        </p:nvSpPr>
        <p:spPr>
          <a:xfrm rot="5400000">
            <a:off x="4732338" y="2171701"/>
            <a:ext cx="5851525" cy="2057400"/>
          </a:xfrm>
          <a:prstGeom prst="rect">
            <a:avLst/>
          </a:prstGeom>
          <a:noFill/>
          <a:ln>
            <a:noFill/>
          </a:ln>
        </p:spPr>
        <p:txBody>
          <a:bodyPr anchorCtr="0" anchor="ctr" bIns="45700" lIns="91425" spcFirstLastPara="1" rIns="91425" wrap="square" tIns="45700">
            <a:normAutofit/>
          </a:bodyPr>
          <a:lstStyle>
            <a:lvl1pPr lvl="0" algn="ctr">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76" name="Google Shape;76;p17"/>
          <p:cNvSpPr txBox="1"/>
          <p:nvPr>
            <p:ph idx="1" type="body"/>
          </p:nvPr>
        </p:nvSpPr>
        <p:spPr>
          <a:xfrm rot="5400000">
            <a:off x="541338" y="190500"/>
            <a:ext cx="5851525" cy="6019800"/>
          </a:xfrm>
          <a:prstGeom prst="rect">
            <a:avLst/>
          </a:prstGeom>
          <a:noFill/>
          <a:ln>
            <a:noFill/>
          </a:ln>
        </p:spPr>
        <p:txBody>
          <a:bodyPr anchorCtr="0" anchor="t" bIns="45700" lIns="91425" spcFirstLastPara="1" rIns="91425" wrap="square" tIns="45700">
            <a:normAutofit/>
          </a:bodyPr>
          <a:lstStyle>
            <a:lvl1pPr indent="-342900" lvl="0" marL="457200" algn="l">
              <a:spcBef>
                <a:spcPts val="360"/>
              </a:spcBef>
              <a:spcAft>
                <a:spcPts val="0"/>
              </a:spcAft>
              <a:buClr>
                <a:schemeClr val="dk1"/>
              </a:buClr>
              <a:buSzPts val="1800"/>
              <a:buChar char="•"/>
              <a:defRPr/>
            </a:lvl1pPr>
            <a:lvl2pPr indent="-342900" lvl="1" marL="914400" algn="l">
              <a:spcBef>
                <a:spcPts val="360"/>
              </a:spcBef>
              <a:spcAft>
                <a:spcPts val="0"/>
              </a:spcAft>
              <a:buClr>
                <a:schemeClr val="dk1"/>
              </a:buClr>
              <a:buSzPts val="1800"/>
              <a:buChar char="–"/>
              <a:defRPr/>
            </a:lvl2pPr>
            <a:lvl3pPr indent="-342900" lvl="2" marL="1371600" algn="l">
              <a:spcBef>
                <a:spcPts val="360"/>
              </a:spcBef>
              <a:spcAft>
                <a:spcPts val="0"/>
              </a:spcAft>
              <a:buClr>
                <a:schemeClr val="dk1"/>
              </a:buClr>
              <a:buSzPts val="1800"/>
              <a:buChar char="•"/>
              <a:defRPr/>
            </a:lvl3pPr>
            <a:lvl4pPr indent="-342900" lvl="3" marL="1828800" algn="l">
              <a:spcBef>
                <a:spcPts val="360"/>
              </a:spcBef>
              <a:spcAft>
                <a:spcPts val="0"/>
              </a:spcAft>
              <a:buClr>
                <a:schemeClr val="dk1"/>
              </a:buClr>
              <a:buSzPts val="1800"/>
              <a:buChar char="–"/>
              <a:defRPr/>
            </a:lvl4pPr>
            <a:lvl5pPr indent="-342900" lvl="4" marL="2286000" algn="l">
              <a:spcBef>
                <a:spcPts val="360"/>
              </a:spcBef>
              <a:spcAft>
                <a:spcPts val="0"/>
              </a:spcAft>
              <a:buClr>
                <a:schemeClr val="dk1"/>
              </a:buClr>
              <a:buSzPts val="1800"/>
              <a:buChar char="»"/>
              <a:defRPr/>
            </a:lvl5pPr>
            <a:lvl6pPr indent="-342900" lvl="5" marL="2743200" algn="l">
              <a:spcBef>
                <a:spcPts val="360"/>
              </a:spcBef>
              <a:spcAft>
                <a:spcPts val="0"/>
              </a:spcAft>
              <a:buClr>
                <a:schemeClr val="dk1"/>
              </a:buClr>
              <a:buSzPts val="1800"/>
              <a:buChar char="•"/>
              <a:defRPr/>
            </a:lvl6pPr>
            <a:lvl7pPr indent="-342900" lvl="6" marL="3200400" algn="l">
              <a:spcBef>
                <a:spcPts val="360"/>
              </a:spcBef>
              <a:spcAft>
                <a:spcPts val="0"/>
              </a:spcAft>
              <a:buClr>
                <a:schemeClr val="dk1"/>
              </a:buClr>
              <a:buSzPts val="1800"/>
              <a:buChar char="•"/>
              <a:defRPr/>
            </a:lvl7pPr>
            <a:lvl8pPr indent="-342900" lvl="7" marL="3657600" algn="l">
              <a:spcBef>
                <a:spcPts val="360"/>
              </a:spcBef>
              <a:spcAft>
                <a:spcPts val="0"/>
              </a:spcAft>
              <a:buClr>
                <a:schemeClr val="dk1"/>
              </a:buClr>
              <a:buSzPts val="1800"/>
              <a:buChar char="•"/>
              <a:defRPr/>
            </a:lvl8pPr>
            <a:lvl9pPr indent="-342900" lvl="8" marL="4114800" algn="l">
              <a:spcBef>
                <a:spcPts val="360"/>
              </a:spcBef>
              <a:spcAft>
                <a:spcPts val="0"/>
              </a:spcAft>
              <a:buClr>
                <a:schemeClr val="dk1"/>
              </a:buClr>
              <a:buSzPts val="1800"/>
              <a:buChar char="•"/>
              <a:defRPr/>
            </a:lvl9pPr>
          </a:lstStyle>
          <a:p/>
        </p:txBody>
      </p:sp>
      <p:sp>
        <p:nvSpPr>
          <p:cNvPr id="77" name="Google Shape;77;p17"/>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78" name="Google Shape;78;p17"/>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79" name="Google Shape;79;p17"/>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11" Type="http://schemas.openxmlformats.org/officeDocument/2006/relationships/slideLayout" Target="../slideLayouts/slideLayout11.xml"/><Relationship Id="rId10" Type="http://schemas.openxmlformats.org/officeDocument/2006/relationships/slideLayout" Target="../slideLayouts/slideLayout10.xml"/><Relationship Id="rId12" Type="http://schemas.openxmlformats.org/officeDocument/2006/relationships/theme" Target="../theme/theme2.xml"/><Relationship Id="rId9" Type="http://schemas.openxmlformats.org/officeDocument/2006/relationships/slideLayout" Target="../slideLayouts/slideLayout9.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5" name="Shape 5"/>
        <p:cNvGrpSpPr/>
        <p:nvPr/>
      </p:nvGrpSpPr>
      <p:grpSpPr>
        <a:xfrm>
          <a:off x="0" y="0"/>
          <a:ext cx="0" cy="0"/>
          <a:chOff x="0" y="0"/>
          <a:chExt cx="0" cy="0"/>
        </a:xfrm>
      </p:grpSpPr>
      <p:sp>
        <p:nvSpPr>
          <p:cNvPr id="6" name="Google Shape;6;p6"/>
          <p:cNvSpPr txBox="1"/>
          <p:nvPr>
            <p:ph type="title"/>
          </p:nvPr>
        </p:nvSpPr>
        <p:spPr>
          <a:xfrm>
            <a:off x="457200" y="274638"/>
            <a:ext cx="8229600" cy="1143000"/>
          </a:xfrm>
          <a:prstGeom prst="rect">
            <a:avLst/>
          </a:prstGeom>
          <a:noFill/>
          <a:ln>
            <a:noFill/>
          </a:ln>
        </p:spPr>
        <p:txBody>
          <a:bodyPr anchorCtr="0" anchor="ctr" bIns="45700" lIns="91425" spcFirstLastPara="1" rIns="91425" wrap="square" tIns="45700">
            <a:normAutofit/>
          </a:bodyPr>
          <a:lstStyle>
            <a:lvl1pPr lvl="0" marR="0" rtl="0" algn="ctr">
              <a:spcBef>
                <a:spcPts val="0"/>
              </a:spcBef>
              <a:spcAft>
                <a:spcPts val="0"/>
              </a:spcAft>
              <a:buClr>
                <a:schemeClr val="dk1"/>
              </a:buClr>
              <a:buSzPts val="4400"/>
              <a:buFont typeface="Calibri"/>
              <a:buNone/>
              <a:defRPr b="0" i="0" sz="4400" u="none" cap="none" strike="noStrike">
                <a:solidFill>
                  <a:schemeClr val="dk1"/>
                </a:solidFill>
                <a:latin typeface="Calibri"/>
                <a:ea typeface="Calibri"/>
                <a:cs typeface="Calibri"/>
                <a:sym typeface="Calibri"/>
              </a:defRPr>
            </a:lvl1pPr>
            <a:lvl2pPr lvl="1">
              <a:spcBef>
                <a:spcPts val="0"/>
              </a:spcBef>
              <a:spcAft>
                <a:spcPts val="0"/>
              </a:spcAft>
              <a:buSzPts val="1400"/>
              <a:buNone/>
              <a:defRPr sz="1800"/>
            </a:lvl2pPr>
            <a:lvl3pPr lvl="2">
              <a:spcBef>
                <a:spcPts val="0"/>
              </a:spcBef>
              <a:spcAft>
                <a:spcPts val="0"/>
              </a:spcAft>
              <a:buSzPts val="1400"/>
              <a:buNone/>
              <a:defRPr sz="1800"/>
            </a:lvl3pPr>
            <a:lvl4pPr lvl="3">
              <a:spcBef>
                <a:spcPts val="0"/>
              </a:spcBef>
              <a:spcAft>
                <a:spcPts val="0"/>
              </a:spcAft>
              <a:buSzPts val="1400"/>
              <a:buNone/>
              <a:defRPr sz="1800"/>
            </a:lvl4pPr>
            <a:lvl5pPr lvl="4">
              <a:spcBef>
                <a:spcPts val="0"/>
              </a:spcBef>
              <a:spcAft>
                <a:spcPts val="0"/>
              </a:spcAft>
              <a:buSzPts val="1400"/>
              <a:buNone/>
              <a:defRPr sz="1800"/>
            </a:lvl5pPr>
            <a:lvl6pPr lvl="5">
              <a:spcBef>
                <a:spcPts val="0"/>
              </a:spcBef>
              <a:spcAft>
                <a:spcPts val="0"/>
              </a:spcAft>
              <a:buSzPts val="1400"/>
              <a:buNone/>
              <a:defRPr sz="1800"/>
            </a:lvl6pPr>
            <a:lvl7pPr lvl="6">
              <a:spcBef>
                <a:spcPts val="0"/>
              </a:spcBef>
              <a:spcAft>
                <a:spcPts val="0"/>
              </a:spcAft>
              <a:buSzPts val="1400"/>
              <a:buNone/>
              <a:defRPr sz="1800"/>
            </a:lvl7pPr>
            <a:lvl8pPr lvl="7">
              <a:spcBef>
                <a:spcPts val="0"/>
              </a:spcBef>
              <a:spcAft>
                <a:spcPts val="0"/>
              </a:spcAft>
              <a:buSzPts val="1400"/>
              <a:buNone/>
              <a:defRPr sz="1800"/>
            </a:lvl8pPr>
            <a:lvl9pPr lvl="8">
              <a:spcBef>
                <a:spcPts val="0"/>
              </a:spcBef>
              <a:spcAft>
                <a:spcPts val="0"/>
              </a:spcAft>
              <a:buSzPts val="1400"/>
              <a:buNone/>
              <a:defRPr sz="1800"/>
            </a:lvl9pPr>
          </a:lstStyle>
          <a:p/>
        </p:txBody>
      </p:sp>
      <p:sp>
        <p:nvSpPr>
          <p:cNvPr id="7" name="Google Shape;7;p6"/>
          <p:cNvSpPr txBox="1"/>
          <p:nvPr>
            <p:ph idx="1" type="body"/>
          </p:nvPr>
        </p:nvSpPr>
        <p:spPr>
          <a:xfrm>
            <a:off x="457200" y="1600200"/>
            <a:ext cx="8229600" cy="4525963"/>
          </a:xfrm>
          <a:prstGeom prst="rect">
            <a:avLst/>
          </a:prstGeom>
          <a:noFill/>
          <a:ln>
            <a:noFill/>
          </a:ln>
        </p:spPr>
        <p:txBody>
          <a:bodyPr anchorCtr="0" anchor="t" bIns="45700" lIns="91425" spcFirstLastPara="1" rIns="91425" wrap="square" tIns="45700">
            <a:normAutofit/>
          </a:bodyPr>
          <a:lstStyle>
            <a:lvl1pPr indent="-431800" lvl="0" marL="457200" marR="0" rtl="0" algn="l">
              <a:spcBef>
                <a:spcPts val="640"/>
              </a:spcBef>
              <a:spcAft>
                <a:spcPts val="0"/>
              </a:spcAft>
              <a:buClr>
                <a:schemeClr val="dk1"/>
              </a:buClr>
              <a:buSzPts val="3200"/>
              <a:buFont typeface="Arial"/>
              <a:buChar char="•"/>
              <a:defRPr b="0" i="0" sz="3200" u="none" cap="none" strike="noStrike">
                <a:solidFill>
                  <a:schemeClr val="dk1"/>
                </a:solidFill>
                <a:latin typeface="Calibri"/>
                <a:ea typeface="Calibri"/>
                <a:cs typeface="Calibri"/>
                <a:sym typeface="Calibri"/>
              </a:defRPr>
            </a:lvl1pPr>
            <a:lvl2pPr indent="-406400" lvl="1" marL="914400" marR="0" rtl="0" algn="l">
              <a:spcBef>
                <a:spcPts val="560"/>
              </a:spcBef>
              <a:spcAft>
                <a:spcPts val="0"/>
              </a:spcAft>
              <a:buClr>
                <a:schemeClr val="dk1"/>
              </a:buClr>
              <a:buSzPts val="2800"/>
              <a:buFont typeface="Arial"/>
              <a:buChar char="–"/>
              <a:defRPr b="0" i="0" sz="2800" u="none" cap="none" strike="noStrike">
                <a:solidFill>
                  <a:schemeClr val="dk1"/>
                </a:solidFill>
                <a:latin typeface="Calibri"/>
                <a:ea typeface="Calibri"/>
                <a:cs typeface="Calibri"/>
                <a:sym typeface="Calibri"/>
              </a:defRPr>
            </a:lvl2pPr>
            <a:lvl3pPr indent="-381000" lvl="2" marL="1371600" marR="0" rtl="0" algn="l">
              <a:spcBef>
                <a:spcPts val="480"/>
              </a:spcBef>
              <a:spcAft>
                <a:spcPts val="0"/>
              </a:spcAft>
              <a:buClr>
                <a:schemeClr val="dk1"/>
              </a:buClr>
              <a:buSzPts val="2400"/>
              <a:buFont typeface="Arial"/>
              <a:buChar char="•"/>
              <a:defRPr b="0" i="0" sz="2400" u="none" cap="none" strike="noStrike">
                <a:solidFill>
                  <a:schemeClr val="dk1"/>
                </a:solidFill>
                <a:latin typeface="Calibri"/>
                <a:ea typeface="Calibri"/>
                <a:cs typeface="Calibri"/>
                <a:sym typeface="Calibri"/>
              </a:defRPr>
            </a:lvl3pPr>
            <a:lvl4pPr indent="-355600" lvl="3" marL="1828800" marR="0" rtl="0" algn="l">
              <a:spcBef>
                <a:spcPts val="4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4pPr>
            <a:lvl5pPr indent="-355600" lvl="4" marL="2286000" marR="0" rtl="0" algn="l">
              <a:spcBef>
                <a:spcPts val="4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5pPr>
            <a:lvl6pPr indent="-355600" lvl="5" marL="2743200" marR="0" rtl="0" algn="l">
              <a:spcBef>
                <a:spcPts val="4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6pPr>
            <a:lvl7pPr indent="-355600" lvl="6" marL="3200400" marR="0" rtl="0" algn="l">
              <a:spcBef>
                <a:spcPts val="4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7pPr>
            <a:lvl8pPr indent="-355600" lvl="7" marL="3657600" marR="0" rtl="0" algn="l">
              <a:spcBef>
                <a:spcPts val="4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8pPr>
            <a:lvl9pPr indent="-355600" lvl="8" marL="4114800" marR="0" rtl="0" algn="l">
              <a:spcBef>
                <a:spcPts val="4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9pPr>
          </a:lstStyle>
          <a:p/>
        </p:txBody>
      </p:sp>
      <p:sp>
        <p:nvSpPr>
          <p:cNvPr id="8" name="Google Shape;8;p6"/>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marR="0" rtl="0" algn="l">
              <a:spcBef>
                <a:spcPts val="0"/>
              </a:spcBef>
              <a:spcAft>
                <a:spcPts val="0"/>
              </a:spcAft>
              <a:buSzPts val="1400"/>
              <a:buNone/>
              <a:defRPr b="0" i="0" sz="1200" u="none" cap="none" strike="noStrike">
                <a:solidFill>
                  <a:srgbClr val="888888"/>
                </a:solidFill>
                <a:latin typeface="Calibri"/>
                <a:ea typeface="Calibri"/>
                <a:cs typeface="Calibri"/>
                <a:sym typeface="Calibri"/>
              </a:defRPr>
            </a:lvl1pPr>
            <a:lvl2pPr lvl="1"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2pPr>
            <a:lvl3pPr lvl="2"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3pPr>
            <a:lvl4pPr lvl="3"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4pPr>
            <a:lvl5pPr lvl="4"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5pPr>
            <a:lvl6pPr lvl="5"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6pPr>
            <a:lvl7pPr lvl="6"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7pPr>
            <a:lvl8pPr lvl="7"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8pPr>
            <a:lvl9pPr lvl="8"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9pPr>
          </a:lstStyle>
          <a:p/>
        </p:txBody>
      </p:sp>
      <p:sp>
        <p:nvSpPr>
          <p:cNvPr id="9" name="Google Shape;9;p6"/>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marR="0" rtl="0" algn="ctr">
              <a:spcBef>
                <a:spcPts val="0"/>
              </a:spcBef>
              <a:spcAft>
                <a:spcPts val="0"/>
              </a:spcAft>
              <a:buSzPts val="1400"/>
              <a:buNone/>
              <a:defRPr b="0" i="0" sz="1200" u="none" cap="none" strike="noStrike">
                <a:solidFill>
                  <a:srgbClr val="888888"/>
                </a:solidFill>
                <a:latin typeface="Calibri"/>
                <a:ea typeface="Calibri"/>
                <a:cs typeface="Calibri"/>
                <a:sym typeface="Calibri"/>
              </a:defRPr>
            </a:lvl1pPr>
            <a:lvl2pPr lvl="1"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2pPr>
            <a:lvl3pPr lvl="2"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3pPr>
            <a:lvl4pPr lvl="3"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4pPr>
            <a:lvl5pPr lvl="4"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5pPr>
            <a:lvl6pPr lvl="5"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6pPr>
            <a:lvl7pPr lvl="6"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7pPr>
            <a:lvl8pPr lvl="7"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8pPr>
            <a:lvl9pPr lvl="8"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9pPr>
          </a:lstStyle>
          <a:p/>
        </p:txBody>
      </p:sp>
      <p:sp>
        <p:nvSpPr>
          <p:cNvPr id="10" name="Google Shape;10;p6"/>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marR="0" rtl="0" algn="r">
              <a:spcBef>
                <a:spcPts val="0"/>
              </a:spcBef>
              <a:buNone/>
              <a:defRPr b="0" i="0" sz="1200" u="none" cap="none" strike="noStrike">
                <a:solidFill>
                  <a:srgbClr val="888888"/>
                </a:solidFill>
                <a:latin typeface="Calibri"/>
                <a:ea typeface="Calibri"/>
                <a:cs typeface="Calibri"/>
                <a:sym typeface="Calibri"/>
              </a:defRPr>
            </a:lvl1pPr>
            <a:lvl2pPr indent="0" lvl="1" marL="0" marR="0" rtl="0" algn="r">
              <a:spcBef>
                <a:spcPts val="0"/>
              </a:spcBef>
              <a:buNone/>
              <a:defRPr b="0" i="0" sz="1200" u="none" cap="none" strike="noStrike">
                <a:solidFill>
                  <a:srgbClr val="888888"/>
                </a:solidFill>
                <a:latin typeface="Calibri"/>
                <a:ea typeface="Calibri"/>
                <a:cs typeface="Calibri"/>
                <a:sym typeface="Calibri"/>
              </a:defRPr>
            </a:lvl2pPr>
            <a:lvl3pPr indent="0" lvl="2" marL="0" marR="0" rtl="0" algn="r">
              <a:spcBef>
                <a:spcPts val="0"/>
              </a:spcBef>
              <a:buNone/>
              <a:defRPr b="0" i="0" sz="1200" u="none" cap="none" strike="noStrike">
                <a:solidFill>
                  <a:srgbClr val="888888"/>
                </a:solidFill>
                <a:latin typeface="Calibri"/>
                <a:ea typeface="Calibri"/>
                <a:cs typeface="Calibri"/>
                <a:sym typeface="Calibri"/>
              </a:defRPr>
            </a:lvl3pPr>
            <a:lvl4pPr indent="0" lvl="3" marL="0" marR="0" rtl="0" algn="r">
              <a:spcBef>
                <a:spcPts val="0"/>
              </a:spcBef>
              <a:buNone/>
              <a:defRPr b="0" i="0" sz="1200" u="none" cap="none" strike="noStrike">
                <a:solidFill>
                  <a:srgbClr val="888888"/>
                </a:solidFill>
                <a:latin typeface="Calibri"/>
                <a:ea typeface="Calibri"/>
                <a:cs typeface="Calibri"/>
                <a:sym typeface="Calibri"/>
              </a:defRPr>
            </a:lvl4pPr>
            <a:lvl5pPr indent="0" lvl="4" marL="0" marR="0" rtl="0" algn="r">
              <a:spcBef>
                <a:spcPts val="0"/>
              </a:spcBef>
              <a:buNone/>
              <a:defRPr b="0" i="0" sz="1200" u="none" cap="none" strike="noStrike">
                <a:solidFill>
                  <a:srgbClr val="888888"/>
                </a:solidFill>
                <a:latin typeface="Calibri"/>
                <a:ea typeface="Calibri"/>
                <a:cs typeface="Calibri"/>
                <a:sym typeface="Calibri"/>
              </a:defRPr>
            </a:lvl5pPr>
            <a:lvl6pPr indent="0" lvl="5" marL="0" marR="0" rtl="0" algn="r">
              <a:spcBef>
                <a:spcPts val="0"/>
              </a:spcBef>
              <a:buNone/>
              <a:defRPr b="0" i="0" sz="1200" u="none" cap="none" strike="noStrike">
                <a:solidFill>
                  <a:srgbClr val="888888"/>
                </a:solidFill>
                <a:latin typeface="Calibri"/>
                <a:ea typeface="Calibri"/>
                <a:cs typeface="Calibri"/>
                <a:sym typeface="Calibri"/>
              </a:defRPr>
            </a:lvl6pPr>
            <a:lvl7pPr indent="0" lvl="6" marL="0" marR="0" rtl="0" algn="r">
              <a:spcBef>
                <a:spcPts val="0"/>
              </a:spcBef>
              <a:buNone/>
              <a:defRPr b="0" i="0" sz="1200" u="none" cap="none" strike="noStrike">
                <a:solidFill>
                  <a:srgbClr val="888888"/>
                </a:solidFill>
                <a:latin typeface="Calibri"/>
                <a:ea typeface="Calibri"/>
                <a:cs typeface="Calibri"/>
                <a:sym typeface="Calibri"/>
              </a:defRPr>
            </a:lvl7pPr>
            <a:lvl8pPr indent="0" lvl="7" marL="0" marR="0" rtl="0" algn="r">
              <a:spcBef>
                <a:spcPts val="0"/>
              </a:spcBef>
              <a:buNone/>
              <a:defRPr b="0" i="0" sz="1200" u="none" cap="none" strike="noStrike">
                <a:solidFill>
                  <a:srgbClr val="888888"/>
                </a:solidFill>
                <a:latin typeface="Calibri"/>
                <a:ea typeface="Calibri"/>
                <a:cs typeface="Calibri"/>
                <a:sym typeface="Calibri"/>
              </a:defRPr>
            </a:lvl8pPr>
            <a:lvl9pPr indent="0" lvl="8" marL="0" marR="0" rtl="0" algn="r">
              <a:spcBef>
                <a:spcPts val="0"/>
              </a:spcBef>
              <a:buNone/>
              <a:defRPr b="0" i="0" sz="1200" u="none" cap="none" strike="noStrike">
                <a:solidFill>
                  <a:srgbClr val="888888"/>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n-US"/>
              <a:t>‹#›</a:t>
            </a:fld>
            <a:endParaRPr/>
          </a:p>
        </p:txBody>
      </p:sp>
    </p:spTree>
  </p:cSld>
  <p:clrMap accent1="accent1" accent2="accent2" accent3="accent3" accent4="accent4" accent5="accent5" accent6="accent6" bg1="lt1" bg2="dk2" tx1="dk1" tx2="lt2" folHlink="folHlink" hlink="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 Id="rId3" Type="http://schemas.openxmlformats.org/officeDocument/2006/relationships/image" Target="../media/image2.png"/><Relationship Id="rId4" Type="http://schemas.openxmlformats.org/officeDocument/2006/relationships/image" Target="../media/image1.pn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 Id="rId3" Type="http://schemas.openxmlformats.org/officeDocument/2006/relationships/image" Target="../media/image1.png"/></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 Id="rId3" Type="http://schemas.openxmlformats.org/officeDocument/2006/relationships/image" Target="../media/image1.png"/></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 Id="rId3" Type="http://schemas.openxmlformats.org/officeDocument/2006/relationships/image" Target="../media/image1.png"/></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 Id="rId3" Type="http://schemas.openxmlformats.org/officeDocument/2006/relationships/image" Target="../media/image1.png"/></Relationships>
</file>

<file path=ppt/slides/slide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4" name="Shape 84"/>
        <p:cNvGrpSpPr/>
        <p:nvPr/>
      </p:nvGrpSpPr>
      <p:grpSpPr>
        <a:xfrm>
          <a:off x="0" y="0"/>
          <a:ext cx="0" cy="0"/>
          <a:chOff x="0" y="0"/>
          <a:chExt cx="0" cy="0"/>
        </a:xfrm>
      </p:grpSpPr>
      <p:pic>
        <p:nvPicPr>
          <p:cNvPr descr="ref_logo_candidate_s1_p0.png" id="85" name="Google Shape;85;p1"/>
          <p:cNvPicPr preferRelativeResize="0"/>
          <p:nvPr/>
        </p:nvPicPr>
        <p:blipFill rotWithShape="1">
          <a:blip r:embed="rId3">
            <a:alphaModFix/>
          </a:blip>
          <a:srcRect b="0" l="0" r="0" t="0"/>
          <a:stretch/>
        </p:blipFill>
        <p:spPr>
          <a:xfrm>
            <a:off x="0" y="0"/>
            <a:ext cx="9144000" cy="5143500"/>
          </a:xfrm>
          <a:prstGeom prst="rect">
            <a:avLst/>
          </a:prstGeom>
          <a:noFill/>
          <a:ln>
            <a:noFill/>
          </a:ln>
        </p:spPr>
      </p:pic>
      <p:sp>
        <p:nvSpPr>
          <p:cNvPr id="86" name="Google Shape;86;p1"/>
          <p:cNvSpPr/>
          <p:nvPr/>
        </p:nvSpPr>
        <p:spPr>
          <a:xfrm>
            <a:off x="393192" y="475488"/>
            <a:ext cx="5074920" cy="4169663"/>
          </a:xfrm>
          <a:prstGeom prst="roundRect">
            <a:avLst>
              <a:gd fmla="val 12000" name="adj"/>
            </a:avLst>
          </a:prstGeom>
          <a:solidFill>
            <a:srgbClr val="FFFFFF"/>
          </a:solidFill>
          <a:ln cap="flat" cmpd="sng" w="12700">
            <a:solidFill>
              <a:srgbClr val="D5E5EF"/>
            </a:solidFill>
            <a:prstDash val="solid"/>
            <a:round/>
            <a:headEnd len="sm" w="sm" type="none"/>
            <a:tailEnd len="sm" w="sm" type="none"/>
          </a:ln>
          <a:effectLst>
            <a:outerShdw blurRad="40000" rotWithShape="0" dir="5400000" dist="23000">
              <a:srgbClr val="000000">
                <a:alpha val="34902"/>
              </a:srgbClr>
            </a:outerShdw>
          </a:effectLst>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
        <p:nvSpPr>
          <p:cNvPr id="87" name="Google Shape;87;p1"/>
          <p:cNvSpPr/>
          <p:nvPr/>
        </p:nvSpPr>
        <p:spPr>
          <a:xfrm>
            <a:off x="640080" y="1508760"/>
            <a:ext cx="47548" cy="2450592"/>
          </a:xfrm>
          <a:prstGeom prst="rect">
            <a:avLst/>
          </a:prstGeom>
          <a:solidFill>
            <a:srgbClr val="14A89A"/>
          </a:solidFill>
          <a:ln>
            <a:noFill/>
          </a:ln>
          <a:effectLst>
            <a:outerShdw blurRad="40000" rotWithShape="0" dir="5400000" dist="23000">
              <a:srgbClr val="000000">
                <a:alpha val="34902"/>
              </a:srgbClr>
            </a:outerShdw>
          </a:effectLst>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pic>
        <p:nvPicPr>
          <p:cNvPr descr="ref_logo_candidate_s20_p0.png" id="88" name="Google Shape;88;p1"/>
          <p:cNvPicPr preferRelativeResize="0"/>
          <p:nvPr/>
        </p:nvPicPr>
        <p:blipFill rotWithShape="1">
          <a:blip r:embed="rId4">
            <a:alphaModFix/>
          </a:blip>
          <a:srcRect b="0" l="0" r="0" t="0"/>
          <a:stretch/>
        </p:blipFill>
        <p:spPr>
          <a:xfrm>
            <a:off x="694944" y="722376"/>
            <a:ext cx="1216152" cy="433667"/>
          </a:xfrm>
          <a:prstGeom prst="rect">
            <a:avLst/>
          </a:prstGeom>
          <a:noFill/>
          <a:ln>
            <a:noFill/>
          </a:ln>
        </p:spPr>
      </p:pic>
      <p:sp>
        <p:nvSpPr>
          <p:cNvPr id="89" name="Google Shape;89;p1"/>
          <p:cNvSpPr txBox="1"/>
          <p:nvPr/>
        </p:nvSpPr>
        <p:spPr>
          <a:xfrm>
            <a:off x="749808" y="1353312"/>
            <a:ext cx="4206240" cy="402336"/>
          </a:xfrm>
          <a:prstGeom prst="rect">
            <a:avLst/>
          </a:prstGeom>
          <a:noFill/>
          <a:ln>
            <a:noFill/>
          </a:ln>
        </p:spPr>
        <p:txBody>
          <a:bodyPr anchorCtr="0" anchor="ctr" bIns="10950" lIns="0" spcFirstLastPara="1" rIns="0" wrap="square" tIns="10950">
            <a:spAutoFit/>
          </a:bodyPr>
          <a:lstStyle/>
          <a:p>
            <a:pPr indent="0" lvl="0" marL="0" marR="0" rtl="0" algn="l">
              <a:spcBef>
                <a:spcPts val="0"/>
              </a:spcBef>
              <a:spcAft>
                <a:spcPts val="0"/>
              </a:spcAft>
              <a:buNone/>
            </a:pPr>
            <a:r>
              <a:rPr b="1" i="0" lang="en-US" sz="2600" u="none" cap="none" strike="noStrike">
                <a:solidFill>
                  <a:srgbClr val="0B2A4A"/>
                </a:solidFill>
                <a:latin typeface="Cambria"/>
                <a:ea typeface="Cambria"/>
                <a:cs typeface="Cambria"/>
                <a:sym typeface="Cambria"/>
              </a:rPr>
              <a:t>Care Access Navigator</a:t>
            </a:r>
            <a:endParaRPr/>
          </a:p>
        </p:txBody>
      </p:sp>
      <p:sp>
        <p:nvSpPr>
          <p:cNvPr id="90" name="Google Shape;90;p1"/>
          <p:cNvSpPr txBox="1"/>
          <p:nvPr/>
        </p:nvSpPr>
        <p:spPr>
          <a:xfrm>
            <a:off x="749808" y="1874519"/>
            <a:ext cx="4206240" cy="201168"/>
          </a:xfrm>
          <a:prstGeom prst="rect">
            <a:avLst/>
          </a:prstGeom>
          <a:noFill/>
          <a:ln>
            <a:noFill/>
          </a:ln>
        </p:spPr>
        <p:txBody>
          <a:bodyPr anchorCtr="0" anchor="ctr" bIns="10950" lIns="0" spcFirstLastPara="1" rIns="0" wrap="square" tIns="10950">
            <a:spAutoFit/>
          </a:bodyPr>
          <a:lstStyle/>
          <a:p>
            <a:pPr indent="0" lvl="0" marL="0" marR="0" rtl="0" algn="l">
              <a:spcBef>
                <a:spcPts val="0"/>
              </a:spcBef>
              <a:spcAft>
                <a:spcPts val="0"/>
              </a:spcAft>
              <a:buNone/>
            </a:pPr>
            <a:r>
              <a:rPr b="1" i="0" lang="en-US" sz="1019" u="none" cap="none" strike="noStrike">
                <a:solidFill>
                  <a:srgbClr val="1565C0"/>
                </a:solidFill>
                <a:latin typeface="Calibri"/>
                <a:ea typeface="Calibri"/>
                <a:cs typeface="Calibri"/>
                <a:sym typeface="Calibri"/>
              </a:rPr>
              <a:t>WEEKLY STATUS UPDATE</a:t>
            </a:r>
            <a:endParaRPr/>
          </a:p>
        </p:txBody>
      </p:sp>
      <p:sp>
        <p:nvSpPr>
          <p:cNvPr id="91" name="Google Shape;91;p1"/>
          <p:cNvSpPr txBox="1"/>
          <p:nvPr/>
        </p:nvSpPr>
        <p:spPr>
          <a:xfrm>
            <a:off x="749808" y="2267712"/>
            <a:ext cx="4343400" cy="502920"/>
          </a:xfrm>
          <a:prstGeom prst="rect">
            <a:avLst/>
          </a:prstGeom>
          <a:noFill/>
          <a:ln>
            <a:noFill/>
          </a:ln>
        </p:spPr>
        <p:txBody>
          <a:bodyPr anchorCtr="0" anchor="ctr" bIns="10950" lIns="0" spcFirstLastPara="1" rIns="0" wrap="square" tIns="10950">
            <a:spAutoFit/>
          </a:bodyPr>
          <a:lstStyle/>
          <a:p>
            <a:pPr indent="0" lvl="0" marL="0" marR="0" rtl="0" algn="l">
              <a:spcBef>
                <a:spcPts val="0"/>
              </a:spcBef>
              <a:spcAft>
                <a:spcPts val="0"/>
              </a:spcAft>
              <a:buNone/>
            </a:pPr>
            <a:r>
              <a:rPr b="1" i="0" lang="en-US" sz="2240" u="none" cap="none" strike="noStrike">
                <a:solidFill>
                  <a:srgbClr val="1F2D3D"/>
                </a:solidFill>
                <a:latin typeface="Calibri"/>
                <a:ea typeface="Calibri"/>
                <a:cs typeface="Calibri"/>
                <a:sym typeface="Calibri"/>
              </a:rPr>
              <a:t>Semester 5  ·  Week 3</a:t>
            </a:r>
            <a:endParaRPr/>
          </a:p>
        </p:txBody>
      </p:sp>
      <p:sp>
        <p:nvSpPr>
          <p:cNvPr id="92" name="Google Shape;92;p1"/>
          <p:cNvSpPr txBox="1"/>
          <p:nvPr/>
        </p:nvSpPr>
        <p:spPr>
          <a:xfrm>
            <a:off x="749808" y="2752344"/>
            <a:ext cx="4343400" cy="310896"/>
          </a:xfrm>
          <a:prstGeom prst="rect">
            <a:avLst/>
          </a:prstGeom>
          <a:noFill/>
          <a:ln>
            <a:noFill/>
          </a:ln>
        </p:spPr>
        <p:txBody>
          <a:bodyPr anchorCtr="0" anchor="ctr" bIns="10950" lIns="0" spcFirstLastPara="1" rIns="0" wrap="square" tIns="10950">
            <a:spAutoFit/>
          </a:bodyPr>
          <a:lstStyle/>
          <a:p>
            <a:pPr indent="0" lvl="0" marL="0" marR="0" rtl="0" algn="l">
              <a:spcBef>
                <a:spcPts val="0"/>
              </a:spcBef>
              <a:spcAft>
                <a:spcPts val="0"/>
              </a:spcAft>
              <a:buNone/>
            </a:pPr>
            <a:r>
              <a:rPr b="0" i="0" lang="en-US" sz="1540" u="none" cap="none" strike="noStrike">
                <a:solidFill>
                  <a:srgbClr val="1565C0"/>
                </a:solidFill>
                <a:latin typeface="Calibri"/>
                <a:ea typeface="Calibri"/>
                <a:cs typeface="Calibri"/>
                <a:sym typeface="Calibri"/>
              </a:rPr>
              <a:t>Capstone Project  ·  Week 11</a:t>
            </a:r>
            <a:endParaRPr/>
          </a:p>
        </p:txBody>
      </p:sp>
      <p:sp>
        <p:nvSpPr>
          <p:cNvPr id="93" name="Google Shape;93;p1"/>
          <p:cNvSpPr/>
          <p:nvPr/>
        </p:nvSpPr>
        <p:spPr>
          <a:xfrm>
            <a:off x="749808" y="3246120"/>
            <a:ext cx="4251959" cy="9144"/>
          </a:xfrm>
          <a:prstGeom prst="rect">
            <a:avLst/>
          </a:prstGeom>
          <a:solidFill>
            <a:srgbClr val="D5E5EF"/>
          </a:solidFill>
          <a:ln>
            <a:noFill/>
          </a:ln>
          <a:effectLst>
            <a:outerShdw blurRad="40000" rotWithShape="0" dir="5400000" dist="23000">
              <a:srgbClr val="000000">
                <a:alpha val="34902"/>
              </a:srgbClr>
            </a:outerShdw>
          </a:effectLst>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
        <p:nvSpPr>
          <p:cNvPr id="94" name="Google Shape;94;p1"/>
          <p:cNvSpPr txBox="1"/>
          <p:nvPr/>
        </p:nvSpPr>
        <p:spPr>
          <a:xfrm>
            <a:off x="749808" y="3383280"/>
            <a:ext cx="4315968" cy="384048"/>
          </a:xfrm>
          <a:prstGeom prst="rect">
            <a:avLst/>
          </a:prstGeom>
          <a:noFill/>
          <a:ln>
            <a:noFill/>
          </a:ln>
        </p:spPr>
        <p:txBody>
          <a:bodyPr anchorCtr="0" anchor="ctr" bIns="10950" lIns="0" spcFirstLastPara="1" rIns="0" wrap="square" tIns="10950">
            <a:spAutoFit/>
          </a:bodyPr>
          <a:lstStyle/>
          <a:p>
            <a:pPr indent="0" lvl="0" marL="0" marR="0" rtl="0" algn="l">
              <a:spcBef>
                <a:spcPts val="0"/>
              </a:spcBef>
              <a:spcAft>
                <a:spcPts val="0"/>
              </a:spcAft>
              <a:buNone/>
            </a:pPr>
            <a:r>
              <a:rPr b="0" i="0" lang="en-US" sz="1140" u="none" cap="none" strike="noStrike">
                <a:solidFill>
                  <a:srgbClr val="52677A"/>
                </a:solidFill>
                <a:latin typeface="Calibri"/>
                <a:ea typeface="Calibri"/>
                <a:cs typeface="Calibri"/>
                <a:sym typeface="Calibri"/>
              </a:rPr>
              <a:t>Incident Response 1  +  GRC enhancement exploration</a:t>
            </a:r>
            <a:endParaRPr/>
          </a:p>
        </p:txBody>
      </p:sp>
      <p:sp>
        <p:nvSpPr>
          <p:cNvPr id="95" name="Google Shape;95;p1"/>
          <p:cNvSpPr txBox="1"/>
          <p:nvPr/>
        </p:nvSpPr>
        <p:spPr>
          <a:xfrm>
            <a:off x="749808" y="4133087"/>
            <a:ext cx="4297680" cy="219456"/>
          </a:xfrm>
          <a:prstGeom prst="rect">
            <a:avLst/>
          </a:prstGeom>
          <a:noFill/>
          <a:ln>
            <a:noFill/>
          </a:ln>
        </p:spPr>
        <p:txBody>
          <a:bodyPr anchorCtr="0" anchor="ctr" bIns="10950" lIns="0" spcFirstLastPara="1" rIns="0" wrap="square" tIns="10950">
            <a:spAutoFit/>
          </a:bodyPr>
          <a:lstStyle/>
          <a:p>
            <a:pPr indent="0" lvl="0" marL="0" marR="0" rtl="0" algn="l">
              <a:spcBef>
                <a:spcPts val="0"/>
              </a:spcBef>
              <a:spcAft>
                <a:spcPts val="0"/>
              </a:spcAft>
              <a:buNone/>
            </a:pPr>
            <a:r>
              <a:rPr b="1" i="0" lang="en-US" sz="1080" u="none" cap="none" strike="noStrike">
                <a:solidFill>
                  <a:srgbClr val="0B2A4A"/>
                </a:solidFill>
                <a:latin typeface="Calibri"/>
                <a:ea typeface="Calibri"/>
                <a:cs typeface="Calibri"/>
                <a:sym typeface="Calibri"/>
              </a:rPr>
              <a:t>Akhila Ch  |  IAM &amp; GRC Analyst</a:t>
            </a:r>
            <a:endParaRPr/>
          </a:p>
        </p:txBody>
      </p:sp>
    </p:spTree>
  </p:cSld>
  <p:clrMapOvr>
    <a:masterClrMapping/>
  </p:clrMapOvr>
</p:sld>
</file>

<file path=ppt/slides/slide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EDF6FC"/>
        </a:solidFill>
      </p:bgPr>
    </p:bg>
    <p:spTree>
      <p:nvGrpSpPr>
        <p:cNvPr id="100" name="Shape 100"/>
        <p:cNvGrpSpPr/>
        <p:nvPr/>
      </p:nvGrpSpPr>
      <p:grpSpPr>
        <a:xfrm>
          <a:off x="0" y="0"/>
          <a:ext cx="0" cy="0"/>
          <a:chOff x="0" y="0"/>
          <a:chExt cx="0" cy="0"/>
        </a:xfrm>
      </p:grpSpPr>
      <p:sp>
        <p:nvSpPr>
          <p:cNvPr id="101" name="Google Shape;101;p2"/>
          <p:cNvSpPr/>
          <p:nvPr/>
        </p:nvSpPr>
        <p:spPr>
          <a:xfrm>
            <a:off x="0" y="0"/>
            <a:ext cx="9144000" cy="61264"/>
          </a:xfrm>
          <a:prstGeom prst="rect">
            <a:avLst/>
          </a:prstGeom>
          <a:solidFill>
            <a:srgbClr val="1565C0"/>
          </a:solidFill>
          <a:ln>
            <a:noFill/>
          </a:ln>
          <a:effectLst>
            <a:outerShdw blurRad="40000" rotWithShape="0" dir="5400000" dist="23000">
              <a:srgbClr val="000000">
                <a:alpha val="34902"/>
              </a:srgbClr>
            </a:outerShdw>
          </a:effectLst>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
        <p:nvSpPr>
          <p:cNvPr id="102" name="Google Shape;102;p2"/>
          <p:cNvSpPr/>
          <p:nvPr/>
        </p:nvSpPr>
        <p:spPr>
          <a:xfrm>
            <a:off x="0" y="61264"/>
            <a:ext cx="1828800" cy="25603"/>
          </a:xfrm>
          <a:prstGeom prst="rect">
            <a:avLst/>
          </a:prstGeom>
          <a:solidFill>
            <a:srgbClr val="14A89A"/>
          </a:solidFill>
          <a:ln>
            <a:noFill/>
          </a:ln>
          <a:effectLst>
            <a:outerShdw blurRad="40000" rotWithShape="0" dir="5400000" dist="23000">
              <a:srgbClr val="000000">
                <a:alpha val="34902"/>
              </a:srgbClr>
            </a:outerShdw>
          </a:effectLst>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
        <p:nvSpPr>
          <p:cNvPr id="103" name="Google Shape;103;p2"/>
          <p:cNvSpPr txBox="1"/>
          <p:nvPr/>
        </p:nvSpPr>
        <p:spPr>
          <a:xfrm>
            <a:off x="484632" y="246888"/>
            <a:ext cx="6400800" cy="182880"/>
          </a:xfrm>
          <a:prstGeom prst="rect">
            <a:avLst/>
          </a:prstGeom>
          <a:noFill/>
          <a:ln>
            <a:noFill/>
          </a:ln>
        </p:spPr>
        <p:txBody>
          <a:bodyPr anchorCtr="0" anchor="ctr" bIns="10950" lIns="0" spcFirstLastPara="1" rIns="0" wrap="square" tIns="10950">
            <a:spAutoFit/>
          </a:bodyPr>
          <a:lstStyle/>
          <a:p>
            <a:pPr indent="0" lvl="0" marL="0" marR="0" rtl="0" algn="l">
              <a:spcBef>
                <a:spcPts val="0"/>
              </a:spcBef>
              <a:spcAft>
                <a:spcPts val="0"/>
              </a:spcAft>
              <a:buNone/>
            </a:pPr>
            <a:r>
              <a:rPr b="1" i="0" lang="en-US" sz="900" u="none" cap="none" strike="noStrike">
                <a:solidFill>
                  <a:srgbClr val="14A89A"/>
                </a:solidFill>
                <a:latin typeface="Calibri"/>
                <a:ea typeface="Calibri"/>
                <a:cs typeface="Calibri"/>
                <a:sym typeface="Calibri"/>
              </a:rPr>
              <a:t>EXPLORE · LEARN · DOCUMENT</a:t>
            </a:r>
            <a:endParaRPr/>
          </a:p>
        </p:txBody>
      </p:sp>
      <p:sp>
        <p:nvSpPr>
          <p:cNvPr id="104" name="Google Shape;104;p2"/>
          <p:cNvSpPr txBox="1"/>
          <p:nvPr/>
        </p:nvSpPr>
        <p:spPr>
          <a:xfrm>
            <a:off x="484632" y="502920"/>
            <a:ext cx="7680960" cy="429768"/>
          </a:xfrm>
          <a:prstGeom prst="rect">
            <a:avLst/>
          </a:prstGeom>
          <a:noFill/>
          <a:ln>
            <a:noFill/>
          </a:ln>
        </p:spPr>
        <p:txBody>
          <a:bodyPr anchorCtr="0" anchor="ctr" bIns="10950" lIns="0" spcFirstLastPara="1" rIns="0" wrap="square" tIns="10950">
            <a:spAutoFit/>
          </a:bodyPr>
          <a:lstStyle/>
          <a:p>
            <a:pPr indent="0" lvl="0" marL="0" marR="0" rtl="0" algn="l">
              <a:spcBef>
                <a:spcPts val="0"/>
              </a:spcBef>
              <a:spcAft>
                <a:spcPts val="0"/>
              </a:spcAft>
              <a:buNone/>
            </a:pPr>
            <a:r>
              <a:rPr b="1" i="0" lang="en-US" sz="2300" u="none" cap="none" strike="noStrike">
                <a:solidFill>
                  <a:srgbClr val="0B2A4A"/>
                </a:solidFill>
                <a:latin typeface="Cambria"/>
                <a:ea typeface="Cambria"/>
                <a:cs typeface="Cambria"/>
                <a:sym typeface="Cambria"/>
              </a:rPr>
              <a:t>Monday &amp; Tuesday</a:t>
            </a:r>
            <a:endParaRPr/>
          </a:p>
        </p:txBody>
      </p:sp>
      <p:sp>
        <p:nvSpPr>
          <p:cNvPr id="105" name="Google Shape;105;p2"/>
          <p:cNvSpPr txBox="1"/>
          <p:nvPr/>
        </p:nvSpPr>
        <p:spPr>
          <a:xfrm>
            <a:off x="493776" y="950976"/>
            <a:ext cx="7909560" cy="292608"/>
          </a:xfrm>
          <a:prstGeom prst="rect">
            <a:avLst/>
          </a:prstGeom>
          <a:noFill/>
          <a:ln>
            <a:noFill/>
          </a:ln>
        </p:spPr>
        <p:txBody>
          <a:bodyPr anchorCtr="0" anchor="ctr" bIns="10950" lIns="0" spcFirstLastPara="1" rIns="0" wrap="square" tIns="10950">
            <a:spAutoFit/>
          </a:bodyPr>
          <a:lstStyle/>
          <a:p>
            <a:pPr indent="0" lvl="0" marL="0" marR="0" rtl="0" algn="l">
              <a:spcBef>
                <a:spcPts val="0"/>
              </a:spcBef>
              <a:spcAft>
                <a:spcPts val="0"/>
              </a:spcAft>
              <a:buNone/>
            </a:pPr>
            <a:r>
              <a:rPr b="0" i="0" lang="en-US" sz="1080" u="none" cap="none" strike="noStrike">
                <a:solidFill>
                  <a:srgbClr val="52677A"/>
                </a:solidFill>
                <a:latin typeface="Calibri"/>
                <a:ea typeface="Calibri"/>
                <a:cs typeface="Calibri"/>
                <a:sym typeface="Calibri"/>
              </a:rPr>
              <a:t>Exploring an enhancement while continuing the IR learning track</a:t>
            </a:r>
            <a:endParaRPr/>
          </a:p>
        </p:txBody>
      </p:sp>
      <p:pic>
        <p:nvPicPr>
          <p:cNvPr descr="ref_logo_candidate_s20_p0.png" id="106" name="Google Shape;106;p2"/>
          <p:cNvPicPr preferRelativeResize="0"/>
          <p:nvPr/>
        </p:nvPicPr>
        <p:blipFill rotWithShape="1">
          <a:blip r:embed="rId3">
            <a:alphaModFix/>
          </a:blip>
          <a:srcRect b="0" l="0" r="0" t="0"/>
          <a:stretch/>
        </p:blipFill>
        <p:spPr>
          <a:xfrm>
            <a:off x="8028431" y="274320"/>
            <a:ext cx="658368" cy="234767"/>
          </a:xfrm>
          <a:prstGeom prst="rect">
            <a:avLst/>
          </a:prstGeom>
          <a:noFill/>
          <a:ln>
            <a:noFill/>
          </a:ln>
        </p:spPr>
      </p:pic>
      <p:sp>
        <p:nvSpPr>
          <p:cNvPr id="107" name="Google Shape;107;p2"/>
          <p:cNvSpPr/>
          <p:nvPr/>
        </p:nvSpPr>
        <p:spPr>
          <a:xfrm>
            <a:off x="484632" y="4791456"/>
            <a:ext cx="8174736" cy="4571"/>
          </a:xfrm>
          <a:prstGeom prst="rect">
            <a:avLst/>
          </a:prstGeom>
          <a:solidFill>
            <a:srgbClr val="D5E5EF"/>
          </a:solidFill>
          <a:ln>
            <a:noFill/>
          </a:ln>
          <a:effectLst>
            <a:outerShdw blurRad="40000" rotWithShape="0" dir="5400000" dist="23000">
              <a:srgbClr val="000000">
                <a:alpha val="34902"/>
              </a:srgbClr>
            </a:outerShdw>
          </a:effectLst>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
        <p:nvSpPr>
          <p:cNvPr id="108" name="Google Shape;108;p2"/>
          <p:cNvSpPr txBox="1"/>
          <p:nvPr/>
        </p:nvSpPr>
        <p:spPr>
          <a:xfrm>
            <a:off x="484632" y="4846320"/>
            <a:ext cx="7315200" cy="137160"/>
          </a:xfrm>
          <a:prstGeom prst="rect">
            <a:avLst/>
          </a:prstGeom>
          <a:noFill/>
          <a:ln>
            <a:noFill/>
          </a:ln>
        </p:spPr>
        <p:txBody>
          <a:bodyPr anchorCtr="0" anchor="ctr" bIns="10950" lIns="0" spcFirstLastPara="1" rIns="0" wrap="square" tIns="10950">
            <a:spAutoFit/>
          </a:bodyPr>
          <a:lstStyle/>
          <a:p>
            <a:pPr indent="0" lvl="0" marL="0" marR="0" rtl="0" algn="l">
              <a:spcBef>
                <a:spcPts val="0"/>
              </a:spcBef>
              <a:spcAft>
                <a:spcPts val="0"/>
              </a:spcAft>
              <a:buNone/>
            </a:pPr>
            <a:r>
              <a:rPr b="0" i="0" lang="en-US" sz="750" u="none" cap="none" strike="noStrike">
                <a:solidFill>
                  <a:srgbClr val="6D8293"/>
                </a:solidFill>
                <a:latin typeface="Calibri"/>
                <a:ea typeface="Calibri"/>
                <a:cs typeface="Calibri"/>
                <a:sym typeface="Calibri"/>
              </a:rPr>
              <a:t>CARE ACCESS NAVIGATOR  ·  HRMC  ·  SEMESTER 5 / WEEK 3</a:t>
            </a:r>
            <a:endParaRPr/>
          </a:p>
        </p:txBody>
      </p:sp>
      <p:sp>
        <p:nvSpPr>
          <p:cNvPr id="109" name="Google Shape;109;p2"/>
          <p:cNvSpPr txBox="1"/>
          <p:nvPr/>
        </p:nvSpPr>
        <p:spPr>
          <a:xfrm>
            <a:off x="8366760" y="4837176"/>
            <a:ext cx="274320" cy="155448"/>
          </a:xfrm>
          <a:prstGeom prst="rect">
            <a:avLst/>
          </a:prstGeom>
          <a:noFill/>
          <a:ln>
            <a:noFill/>
          </a:ln>
        </p:spPr>
        <p:txBody>
          <a:bodyPr anchorCtr="0" anchor="ctr" bIns="10950" lIns="0" spcFirstLastPara="1" rIns="0" wrap="square" tIns="10950">
            <a:spAutoFit/>
          </a:bodyPr>
          <a:lstStyle/>
          <a:p>
            <a:pPr indent="0" lvl="0" marL="0" marR="0" rtl="0" algn="r">
              <a:spcBef>
                <a:spcPts val="0"/>
              </a:spcBef>
              <a:spcAft>
                <a:spcPts val="0"/>
              </a:spcAft>
              <a:buNone/>
            </a:pPr>
            <a:r>
              <a:rPr b="0" i="0" lang="en-US" sz="800" u="none" cap="none" strike="noStrike">
                <a:solidFill>
                  <a:srgbClr val="6D8293"/>
                </a:solidFill>
                <a:latin typeface="Calibri"/>
                <a:ea typeface="Calibri"/>
                <a:cs typeface="Calibri"/>
                <a:sym typeface="Calibri"/>
              </a:rPr>
              <a:t>2</a:t>
            </a:r>
            <a:endParaRPr/>
          </a:p>
        </p:txBody>
      </p:sp>
      <p:sp>
        <p:nvSpPr>
          <p:cNvPr id="110" name="Google Shape;110;p2"/>
          <p:cNvSpPr/>
          <p:nvPr/>
        </p:nvSpPr>
        <p:spPr>
          <a:xfrm>
            <a:off x="484632" y="1344168"/>
            <a:ext cx="3968496" cy="3264408"/>
          </a:xfrm>
          <a:prstGeom prst="roundRect">
            <a:avLst>
              <a:gd fmla="val 12000" name="adj"/>
            </a:avLst>
          </a:prstGeom>
          <a:solidFill>
            <a:srgbClr val="FFFFFF"/>
          </a:solidFill>
          <a:ln cap="flat" cmpd="sng" w="11425">
            <a:solidFill>
              <a:srgbClr val="D5E5EF"/>
            </a:solidFill>
            <a:prstDash val="solid"/>
            <a:round/>
            <a:headEnd len="sm" w="sm" type="none"/>
            <a:tailEnd len="sm" w="sm" type="none"/>
          </a:ln>
          <a:effectLst>
            <a:outerShdw blurRad="40000" rotWithShape="0" dir="5400000" dist="23000">
              <a:srgbClr val="000000">
                <a:alpha val="34902"/>
              </a:srgbClr>
            </a:outerShdw>
          </a:effectLst>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
        <p:nvSpPr>
          <p:cNvPr id="111" name="Google Shape;111;p2"/>
          <p:cNvSpPr/>
          <p:nvPr/>
        </p:nvSpPr>
        <p:spPr>
          <a:xfrm>
            <a:off x="484632" y="1344168"/>
            <a:ext cx="62179" cy="3264408"/>
          </a:xfrm>
          <a:prstGeom prst="rect">
            <a:avLst/>
          </a:prstGeom>
          <a:solidFill>
            <a:srgbClr val="1565C0"/>
          </a:solidFill>
          <a:ln>
            <a:noFill/>
          </a:ln>
          <a:effectLst>
            <a:outerShdw blurRad="40000" rotWithShape="0" dir="5400000" dist="23000">
              <a:srgbClr val="000000">
                <a:alpha val="34902"/>
              </a:srgbClr>
            </a:outerShdw>
          </a:effectLst>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
        <p:nvSpPr>
          <p:cNvPr id="112" name="Google Shape;112;p2"/>
          <p:cNvSpPr/>
          <p:nvPr/>
        </p:nvSpPr>
        <p:spPr>
          <a:xfrm>
            <a:off x="676656" y="1527048"/>
            <a:ext cx="713232" cy="292608"/>
          </a:xfrm>
          <a:prstGeom prst="roundRect">
            <a:avLst>
              <a:gd fmla="val 12000" name="adj"/>
            </a:avLst>
          </a:prstGeom>
          <a:solidFill>
            <a:srgbClr val="1565C0"/>
          </a:solidFill>
          <a:ln>
            <a:noFill/>
          </a:ln>
          <a:effectLst>
            <a:outerShdw blurRad="40000" rotWithShape="0" dir="5400000" dist="23000">
              <a:srgbClr val="000000">
                <a:alpha val="34902"/>
              </a:srgbClr>
            </a:outerShdw>
          </a:effectLst>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
        <p:nvSpPr>
          <p:cNvPr id="113" name="Google Shape;113;p2"/>
          <p:cNvSpPr txBox="1"/>
          <p:nvPr/>
        </p:nvSpPr>
        <p:spPr>
          <a:xfrm>
            <a:off x="685800" y="1540764"/>
            <a:ext cx="694944" cy="210312"/>
          </a:xfrm>
          <a:prstGeom prst="rect">
            <a:avLst/>
          </a:prstGeom>
          <a:noFill/>
          <a:ln>
            <a:noFill/>
          </a:ln>
        </p:spPr>
        <p:txBody>
          <a:bodyPr anchorCtr="0" anchor="ctr" bIns="10950" lIns="0" spcFirstLastPara="1" rIns="0" wrap="square" tIns="10950">
            <a:spAutoFit/>
          </a:bodyPr>
          <a:lstStyle/>
          <a:p>
            <a:pPr indent="0" lvl="0" marL="0" marR="0" rtl="0" algn="ctr">
              <a:spcBef>
                <a:spcPts val="0"/>
              </a:spcBef>
              <a:spcAft>
                <a:spcPts val="0"/>
              </a:spcAft>
              <a:buNone/>
            </a:pPr>
            <a:r>
              <a:rPr b="1" i="0" lang="en-US" sz="950" u="none" cap="none" strike="noStrike">
                <a:solidFill>
                  <a:srgbClr val="FFFFFF"/>
                </a:solidFill>
                <a:latin typeface="Calibri"/>
                <a:ea typeface="Calibri"/>
                <a:cs typeface="Calibri"/>
                <a:sym typeface="Calibri"/>
              </a:rPr>
              <a:t>MON</a:t>
            </a:r>
            <a:endParaRPr/>
          </a:p>
        </p:txBody>
      </p:sp>
      <p:sp>
        <p:nvSpPr>
          <p:cNvPr id="114" name="Google Shape;114;p2"/>
          <p:cNvSpPr txBox="1"/>
          <p:nvPr/>
        </p:nvSpPr>
        <p:spPr>
          <a:xfrm>
            <a:off x="1490472" y="1517904"/>
            <a:ext cx="2743200" cy="310896"/>
          </a:xfrm>
          <a:prstGeom prst="rect">
            <a:avLst/>
          </a:prstGeom>
          <a:noFill/>
          <a:ln>
            <a:noFill/>
          </a:ln>
        </p:spPr>
        <p:txBody>
          <a:bodyPr anchorCtr="0" anchor="ctr" bIns="10950" lIns="0" spcFirstLastPara="1" rIns="0" wrap="square" tIns="10950">
            <a:spAutoFit/>
          </a:bodyPr>
          <a:lstStyle/>
          <a:p>
            <a:pPr indent="0" lvl="0" marL="0" marR="0" rtl="0" algn="l">
              <a:spcBef>
                <a:spcPts val="0"/>
              </a:spcBef>
              <a:spcAft>
                <a:spcPts val="0"/>
              </a:spcAft>
              <a:buNone/>
            </a:pPr>
            <a:r>
              <a:rPr b="1" i="0" lang="en-US" sz="1600" u="none" cap="none" strike="noStrike">
                <a:solidFill>
                  <a:srgbClr val="0B2A4A"/>
                </a:solidFill>
                <a:latin typeface="Cambria"/>
                <a:ea typeface="Cambria"/>
                <a:cs typeface="Cambria"/>
                <a:sym typeface="Cambria"/>
              </a:rPr>
              <a:t>Explore the next feature</a:t>
            </a:r>
            <a:endParaRPr/>
          </a:p>
        </p:txBody>
      </p:sp>
      <p:sp>
        <p:nvSpPr>
          <p:cNvPr id="115" name="Google Shape;115;p2"/>
          <p:cNvSpPr/>
          <p:nvPr/>
        </p:nvSpPr>
        <p:spPr>
          <a:xfrm>
            <a:off x="704088" y="2121408"/>
            <a:ext cx="68580" cy="68580"/>
          </a:xfrm>
          <a:prstGeom prst="roundRect">
            <a:avLst>
              <a:gd fmla="val 12000" name="adj"/>
            </a:avLst>
          </a:prstGeom>
          <a:solidFill>
            <a:srgbClr val="1565C0"/>
          </a:solidFill>
          <a:ln>
            <a:noFill/>
          </a:ln>
          <a:effectLst>
            <a:outerShdw blurRad="40000" rotWithShape="0" dir="5400000" dist="23000">
              <a:srgbClr val="000000">
                <a:alpha val="34902"/>
              </a:srgbClr>
            </a:outerShdw>
          </a:effectLst>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
        <p:nvSpPr>
          <p:cNvPr id="116" name="Google Shape;116;p2"/>
          <p:cNvSpPr txBox="1"/>
          <p:nvPr/>
        </p:nvSpPr>
        <p:spPr>
          <a:xfrm>
            <a:off x="877824" y="2048256"/>
            <a:ext cx="3310128" cy="201168"/>
          </a:xfrm>
          <a:prstGeom prst="rect">
            <a:avLst/>
          </a:prstGeom>
          <a:noFill/>
          <a:ln>
            <a:noFill/>
          </a:ln>
        </p:spPr>
        <p:txBody>
          <a:bodyPr anchorCtr="0" anchor="ctr" bIns="10950" lIns="0" spcFirstLastPara="1" rIns="0" wrap="square" tIns="10950">
            <a:spAutoFit/>
          </a:bodyPr>
          <a:lstStyle/>
          <a:p>
            <a:pPr indent="0" lvl="0" marL="0" marR="0" rtl="0" algn="l">
              <a:spcBef>
                <a:spcPts val="0"/>
              </a:spcBef>
              <a:spcAft>
                <a:spcPts val="0"/>
              </a:spcAft>
              <a:buNone/>
            </a:pPr>
            <a:r>
              <a:rPr b="1" i="0" lang="en-US" sz="860" u="none" cap="none" strike="noStrike">
                <a:solidFill>
                  <a:srgbClr val="1565C0"/>
                </a:solidFill>
                <a:latin typeface="Calibri"/>
                <a:ea typeface="Calibri"/>
                <a:cs typeface="Calibri"/>
                <a:sym typeface="Calibri"/>
              </a:rPr>
              <a:t>CAPSTONE FOCUS</a:t>
            </a:r>
            <a:endParaRPr/>
          </a:p>
        </p:txBody>
      </p:sp>
      <p:sp>
        <p:nvSpPr>
          <p:cNvPr id="117" name="Google Shape;117;p2"/>
          <p:cNvSpPr txBox="1"/>
          <p:nvPr/>
        </p:nvSpPr>
        <p:spPr>
          <a:xfrm>
            <a:off x="877824" y="2276856"/>
            <a:ext cx="3255263" cy="484632"/>
          </a:xfrm>
          <a:prstGeom prst="rect">
            <a:avLst/>
          </a:prstGeom>
          <a:noFill/>
          <a:ln>
            <a:noFill/>
          </a:ln>
        </p:spPr>
        <p:txBody>
          <a:bodyPr anchorCtr="0" anchor="t" bIns="10950" lIns="0" spcFirstLastPara="1" rIns="0" wrap="square" tIns="10950">
            <a:spAutoFit/>
          </a:bodyPr>
          <a:lstStyle/>
          <a:p>
            <a:pPr indent="0" lvl="0" marL="0" marR="0" rtl="0" algn="l">
              <a:spcBef>
                <a:spcPts val="0"/>
              </a:spcBef>
              <a:spcAft>
                <a:spcPts val="0"/>
              </a:spcAft>
              <a:buNone/>
            </a:pPr>
            <a:r>
              <a:rPr b="0" i="0" lang="en-US" sz="1120" u="none" cap="none" strike="noStrike">
                <a:solidFill>
                  <a:srgbClr val="1F2D3D"/>
                </a:solidFill>
                <a:latin typeface="Calibri"/>
                <a:ea typeface="Calibri"/>
                <a:cs typeface="Calibri"/>
                <a:sym typeface="Calibri"/>
              </a:rPr>
              <a:t>Considered CISO Assistant, an open-source GRC dashboard, as a new project tool.</a:t>
            </a:r>
            <a:endParaRPr/>
          </a:p>
        </p:txBody>
      </p:sp>
      <p:sp>
        <p:nvSpPr>
          <p:cNvPr id="118" name="Google Shape;118;p2"/>
          <p:cNvSpPr/>
          <p:nvPr/>
        </p:nvSpPr>
        <p:spPr>
          <a:xfrm>
            <a:off x="877824" y="2770632"/>
            <a:ext cx="3273552" cy="914"/>
          </a:xfrm>
          <a:prstGeom prst="rect">
            <a:avLst/>
          </a:prstGeom>
          <a:solidFill>
            <a:srgbClr val="D5E5EF"/>
          </a:solidFill>
          <a:ln>
            <a:noFill/>
          </a:ln>
          <a:effectLst>
            <a:outerShdw blurRad="40000" rotWithShape="0" dir="5400000" dist="23000">
              <a:srgbClr val="000000">
                <a:alpha val="34902"/>
              </a:srgbClr>
            </a:outerShdw>
          </a:effectLst>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
        <p:nvSpPr>
          <p:cNvPr id="119" name="Google Shape;119;p2"/>
          <p:cNvSpPr/>
          <p:nvPr/>
        </p:nvSpPr>
        <p:spPr>
          <a:xfrm>
            <a:off x="704088" y="2871216"/>
            <a:ext cx="68580" cy="68580"/>
          </a:xfrm>
          <a:prstGeom prst="roundRect">
            <a:avLst>
              <a:gd fmla="val 12000" name="adj"/>
            </a:avLst>
          </a:prstGeom>
          <a:solidFill>
            <a:srgbClr val="1565C0"/>
          </a:solidFill>
          <a:ln>
            <a:noFill/>
          </a:ln>
          <a:effectLst>
            <a:outerShdw blurRad="40000" rotWithShape="0" dir="5400000" dist="23000">
              <a:srgbClr val="000000">
                <a:alpha val="34902"/>
              </a:srgbClr>
            </a:outerShdw>
          </a:effectLst>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
        <p:nvSpPr>
          <p:cNvPr id="120" name="Google Shape;120;p2"/>
          <p:cNvSpPr txBox="1"/>
          <p:nvPr/>
        </p:nvSpPr>
        <p:spPr>
          <a:xfrm>
            <a:off x="877824" y="2798064"/>
            <a:ext cx="3310128" cy="201168"/>
          </a:xfrm>
          <a:prstGeom prst="rect">
            <a:avLst/>
          </a:prstGeom>
          <a:noFill/>
          <a:ln>
            <a:noFill/>
          </a:ln>
        </p:spPr>
        <p:txBody>
          <a:bodyPr anchorCtr="0" anchor="ctr" bIns="10950" lIns="0" spcFirstLastPara="1" rIns="0" wrap="square" tIns="10950">
            <a:spAutoFit/>
          </a:bodyPr>
          <a:lstStyle/>
          <a:p>
            <a:pPr indent="0" lvl="0" marL="0" marR="0" rtl="0" algn="l">
              <a:spcBef>
                <a:spcPts val="0"/>
              </a:spcBef>
              <a:spcAft>
                <a:spcPts val="0"/>
              </a:spcAft>
              <a:buNone/>
            </a:pPr>
            <a:r>
              <a:rPr b="1" i="0" lang="en-US" sz="860" u="none" cap="none" strike="noStrike">
                <a:solidFill>
                  <a:srgbClr val="1565C0"/>
                </a:solidFill>
                <a:latin typeface="Calibri"/>
                <a:ea typeface="Calibri"/>
                <a:cs typeface="Calibri"/>
                <a:sym typeface="Calibri"/>
              </a:rPr>
              <a:t>COURSE LEARNING</a:t>
            </a:r>
            <a:endParaRPr/>
          </a:p>
        </p:txBody>
      </p:sp>
      <p:sp>
        <p:nvSpPr>
          <p:cNvPr id="121" name="Google Shape;121;p2"/>
          <p:cNvSpPr txBox="1"/>
          <p:nvPr/>
        </p:nvSpPr>
        <p:spPr>
          <a:xfrm>
            <a:off x="877824" y="3026664"/>
            <a:ext cx="3255263" cy="484632"/>
          </a:xfrm>
          <a:prstGeom prst="rect">
            <a:avLst/>
          </a:prstGeom>
          <a:noFill/>
          <a:ln>
            <a:noFill/>
          </a:ln>
        </p:spPr>
        <p:txBody>
          <a:bodyPr anchorCtr="0" anchor="t" bIns="10950" lIns="0" spcFirstLastPara="1" rIns="0" wrap="square" tIns="10950">
            <a:spAutoFit/>
          </a:bodyPr>
          <a:lstStyle/>
          <a:p>
            <a:pPr indent="0" lvl="0" marL="0" marR="0" rtl="0" algn="l">
              <a:spcBef>
                <a:spcPts val="0"/>
              </a:spcBef>
              <a:spcAft>
                <a:spcPts val="0"/>
              </a:spcAft>
              <a:buNone/>
            </a:pPr>
            <a:r>
              <a:rPr b="0" i="0" lang="en-US" sz="1120" u="none" cap="none" strike="noStrike">
                <a:solidFill>
                  <a:srgbClr val="1F2D3D"/>
                </a:solidFill>
                <a:latin typeface="Calibri"/>
                <a:ea typeface="Calibri"/>
                <a:cs typeface="Calibri"/>
                <a:sym typeface="Calibri"/>
              </a:rPr>
              <a:t>Continued Incident Response 1 lessons and videos on Schoology.</a:t>
            </a:r>
            <a:endParaRPr/>
          </a:p>
        </p:txBody>
      </p:sp>
      <p:sp>
        <p:nvSpPr>
          <p:cNvPr id="122" name="Google Shape;122;p2"/>
          <p:cNvSpPr/>
          <p:nvPr/>
        </p:nvSpPr>
        <p:spPr>
          <a:xfrm>
            <a:off x="877824" y="3520440"/>
            <a:ext cx="3273552" cy="914"/>
          </a:xfrm>
          <a:prstGeom prst="rect">
            <a:avLst/>
          </a:prstGeom>
          <a:solidFill>
            <a:srgbClr val="D5E5EF"/>
          </a:solidFill>
          <a:ln>
            <a:noFill/>
          </a:ln>
          <a:effectLst>
            <a:outerShdw blurRad="40000" rotWithShape="0" dir="5400000" dist="23000">
              <a:srgbClr val="000000">
                <a:alpha val="34902"/>
              </a:srgbClr>
            </a:outerShdw>
          </a:effectLst>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
        <p:nvSpPr>
          <p:cNvPr id="123" name="Google Shape;123;p2"/>
          <p:cNvSpPr/>
          <p:nvPr/>
        </p:nvSpPr>
        <p:spPr>
          <a:xfrm>
            <a:off x="704088" y="3621024"/>
            <a:ext cx="68580" cy="68580"/>
          </a:xfrm>
          <a:prstGeom prst="roundRect">
            <a:avLst>
              <a:gd fmla="val 12000" name="adj"/>
            </a:avLst>
          </a:prstGeom>
          <a:solidFill>
            <a:srgbClr val="1565C0"/>
          </a:solidFill>
          <a:ln>
            <a:noFill/>
          </a:ln>
          <a:effectLst>
            <a:outerShdw blurRad="40000" rotWithShape="0" dir="5400000" dist="23000">
              <a:srgbClr val="000000">
                <a:alpha val="34902"/>
              </a:srgbClr>
            </a:outerShdw>
          </a:effectLst>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
        <p:nvSpPr>
          <p:cNvPr id="124" name="Google Shape;124;p2"/>
          <p:cNvSpPr txBox="1"/>
          <p:nvPr/>
        </p:nvSpPr>
        <p:spPr>
          <a:xfrm>
            <a:off x="877824" y="3547872"/>
            <a:ext cx="3310128" cy="201168"/>
          </a:xfrm>
          <a:prstGeom prst="rect">
            <a:avLst/>
          </a:prstGeom>
          <a:noFill/>
          <a:ln>
            <a:noFill/>
          </a:ln>
        </p:spPr>
        <p:txBody>
          <a:bodyPr anchorCtr="0" anchor="ctr" bIns="10950" lIns="0" spcFirstLastPara="1" rIns="0" wrap="square" tIns="10950">
            <a:spAutoFit/>
          </a:bodyPr>
          <a:lstStyle/>
          <a:p>
            <a:pPr indent="0" lvl="0" marL="0" marR="0" rtl="0" algn="l">
              <a:spcBef>
                <a:spcPts val="0"/>
              </a:spcBef>
              <a:spcAft>
                <a:spcPts val="0"/>
              </a:spcAft>
              <a:buNone/>
            </a:pPr>
            <a:r>
              <a:rPr b="1" i="0" lang="en-US" sz="860" u="none" cap="none" strike="noStrike">
                <a:solidFill>
                  <a:srgbClr val="1565C0"/>
                </a:solidFill>
                <a:latin typeface="Calibri"/>
                <a:ea typeface="Calibri"/>
                <a:cs typeface="Calibri"/>
                <a:sym typeface="Calibri"/>
              </a:rPr>
              <a:t>WHY IT MATTERS</a:t>
            </a:r>
            <a:endParaRPr/>
          </a:p>
        </p:txBody>
      </p:sp>
      <p:sp>
        <p:nvSpPr>
          <p:cNvPr id="125" name="Google Shape;125;p2"/>
          <p:cNvSpPr txBox="1"/>
          <p:nvPr/>
        </p:nvSpPr>
        <p:spPr>
          <a:xfrm>
            <a:off x="877824" y="3776472"/>
            <a:ext cx="3255263" cy="484632"/>
          </a:xfrm>
          <a:prstGeom prst="rect">
            <a:avLst/>
          </a:prstGeom>
          <a:noFill/>
          <a:ln>
            <a:noFill/>
          </a:ln>
        </p:spPr>
        <p:txBody>
          <a:bodyPr anchorCtr="0" anchor="t" bIns="10950" lIns="0" spcFirstLastPara="1" rIns="0" wrap="square" tIns="10950">
            <a:spAutoFit/>
          </a:bodyPr>
          <a:lstStyle/>
          <a:p>
            <a:pPr indent="0" lvl="0" marL="0" marR="0" rtl="0" algn="l">
              <a:spcBef>
                <a:spcPts val="0"/>
              </a:spcBef>
              <a:spcAft>
                <a:spcPts val="0"/>
              </a:spcAft>
              <a:buNone/>
            </a:pPr>
            <a:r>
              <a:rPr b="0" i="0" lang="en-US" sz="1120" u="none" cap="none" strike="noStrike">
                <a:solidFill>
                  <a:srgbClr val="1F2D3D"/>
                </a:solidFill>
                <a:latin typeface="Calibri"/>
                <a:ea typeface="Calibri"/>
                <a:cs typeface="Calibri"/>
                <a:sym typeface="Calibri"/>
              </a:rPr>
              <a:t>Assess how a GRC view could strengthen risk, control and evidence tracking.</a:t>
            </a:r>
            <a:endParaRPr/>
          </a:p>
        </p:txBody>
      </p:sp>
      <p:sp>
        <p:nvSpPr>
          <p:cNvPr id="126" name="Google Shape;126;p2"/>
          <p:cNvSpPr/>
          <p:nvPr/>
        </p:nvSpPr>
        <p:spPr>
          <a:xfrm>
            <a:off x="4690872" y="1344168"/>
            <a:ext cx="3968496" cy="3264408"/>
          </a:xfrm>
          <a:prstGeom prst="roundRect">
            <a:avLst>
              <a:gd fmla="val 12000" name="adj"/>
            </a:avLst>
          </a:prstGeom>
          <a:solidFill>
            <a:srgbClr val="FFFFFF"/>
          </a:solidFill>
          <a:ln cap="flat" cmpd="sng" w="11425">
            <a:solidFill>
              <a:srgbClr val="D5E5EF"/>
            </a:solidFill>
            <a:prstDash val="solid"/>
            <a:round/>
            <a:headEnd len="sm" w="sm" type="none"/>
            <a:tailEnd len="sm" w="sm" type="none"/>
          </a:ln>
          <a:effectLst>
            <a:outerShdw blurRad="40000" rotWithShape="0" dir="5400000" dist="23000">
              <a:srgbClr val="000000">
                <a:alpha val="34902"/>
              </a:srgbClr>
            </a:outerShdw>
          </a:effectLst>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
        <p:nvSpPr>
          <p:cNvPr id="127" name="Google Shape;127;p2"/>
          <p:cNvSpPr/>
          <p:nvPr/>
        </p:nvSpPr>
        <p:spPr>
          <a:xfrm>
            <a:off x="4690872" y="1344168"/>
            <a:ext cx="62179" cy="3264408"/>
          </a:xfrm>
          <a:prstGeom prst="rect">
            <a:avLst/>
          </a:prstGeom>
          <a:solidFill>
            <a:srgbClr val="14A89A"/>
          </a:solidFill>
          <a:ln>
            <a:noFill/>
          </a:ln>
          <a:effectLst>
            <a:outerShdw blurRad="40000" rotWithShape="0" dir="5400000" dist="23000">
              <a:srgbClr val="000000">
                <a:alpha val="34902"/>
              </a:srgbClr>
            </a:outerShdw>
          </a:effectLst>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
        <p:nvSpPr>
          <p:cNvPr id="128" name="Google Shape;128;p2"/>
          <p:cNvSpPr/>
          <p:nvPr/>
        </p:nvSpPr>
        <p:spPr>
          <a:xfrm>
            <a:off x="4882896" y="1527048"/>
            <a:ext cx="713232" cy="292608"/>
          </a:xfrm>
          <a:prstGeom prst="roundRect">
            <a:avLst>
              <a:gd fmla="val 12000" name="adj"/>
            </a:avLst>
          </a:prstGeom>
          <a:solidFill>
            <a:srgbClr val="14A89A"/>
          </a:solidFill>
          <a:ln>
            <a:noFill/>
          </a:ln>
          <a:effectLst>
            <a:outerShdw blurRad="40000" rotWithShape="0" dir="5400000" dist="23000">
              <a:srgbClr val="000000">
                <a:alpha val="34902"/>
              </a:srgbClr>
            </a:outerShdw>
          </a:effectLst>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
        <p:nvSpPr>
          <p:cNvPr id="129" name="Google Shape;129;p2"/>
          <p:cNvSpPr txBox="1"/>
          <p:nvPr/>
        </p:nvSpPr>
        <p:spPr>
          <a:xfrm>
            <a:off x="4892040" y="1540764"/>
            <a:ext cx="694944" cy="210312"/>
          </a:xfrm>
          <a:prstGeom prst="rect">
            <a:avLst/>
          </a:prstGeom>
          <a:noFill/>
          <a:ln>
            <a:noFill/>
          </a:ln>
        </p:spPr>
        <p:txBody>
          <a:bodyPr anchorCtr="0" anchor="ctr" bIns="10950" lIns="0" spcFirstLastPara="1" rIns="0" wrap="square" tIns="10950">
            <a:spAutoFit/>
          </a:bodyPr>
          <a:lstStyle/>
          <a:p>
            <a:pPr indent="0" lvl="0" marL="0" marR="0" rtl="0" algn="ctr">
              <a:spcBef>
                <a:spcPts val="0"/>
              </a:spcBef>
              <a:spcAft>
                <a:spcPts val="0"/>
              </a:spcAft>
              <a:buNone/>
            </a:pPr>
            <a:r>
              <a:rPr b="1" i="0" lang="en-US" sz="950" u="none" cap="none" strike="noStrike">
                <a:solidFill>
                  <a:srgbClr val="FFFFFF"/>
                </a:solidFill>
                <a:latin typeface="Calibri"/>
                <a:ea typeface="Calibri"/>
                <a:cs typeface="Calibri"/>
                <a:sym typeface="Calibri"/>
              </a:rPr>
              <a:t>TUE</a:t>
            </a:r>
            <a:endParaRPr/>
          </a:p>
        </p:txBody>
      </p:sp>
      <p:sp>
        <p:nvSpPr>
          <p:cNvPr id="130" name="Google Shape;130;p2"/>
          <p:cNvSpPr txBox="1"/>
          <p:nvPr/>
        </p:nvSpPr>
        <p:spPr>
          <a:xfrm>
            <a:off x="5696712" y="1517904"/>
            <a:ext cx="2743200" cy="310896"/>
          </a:xfrm>
          <a:prstGeom prst="rect">
            <a:avLst/>
          </a:prstGeom>
          <a:noFill/>
          <a:ln>
            <a:noFill/>
          </a:ln>
        </p:spPr>
        <p:txBody>
          <a:bodyPr anchorCtr="0" anchor="ctr" bIns="10950" lIns="0" spcFirstLastPara="1" rIns="0" wrap="square" tIns="10950">
            <a:spAutoFit/>
          </a:bodyPr>
          <a:lstStyle/>
          <a:p>
            <a:pPr indent="0" lvl="0" marL="0" marR="0" rtl="0" algn="l">
              <a:spcBef>
                <a:spcPts val="0"/>
              </a:spcBef>
              <a:spcAft>
                <a:spcPts val="0"/>
              </a:spcAft>
              <a:buNone/>
            </a:pPr>
            <a:r>
              <a:rPr b="1" i="0" lang="en-US" sz="1600" u="none" cap="none" strike="noStrike">
                <a:solidFill>
                  <a:srgbClr val="0B2A4A"/>
                </a:solidFill>
                <a:latin typeface="Cambria"/>
                <a:ea typeface="Cambria"/>
                <a:cs typeface="Cambria"/>
                <a:sym typeface="Cambria"/>
              </a:rPr>
              <a:t>Turn the idea into a plan</a:t>
            </a:r>
            <a:endParaRPr/>
          </a:p>
        </p:txBody>
      </p:sp>
      <p:sp>
        <p:nvSpPr>
          <p:cNvPr id="131" name="Google Shape;131;p2"/>
          <p:cNvSpPr/>
          <p:nvPr/>
        </p:nvSpPr>
        <p:spPr>
          <a:xfrm>
            <a:off x="4910328" y="2121408"/>
            <a:ext cx="68580" cy="68580"/>
          </a:xfrm>
          <a:prstGeom prst="roundRect">
            <a:avLst>
              <a:gd fmla="val 12000" name="adj"/>
            </a:avLst>
          </a:prstGeom>
          <a:solidFill>
            <a:srgbClr val="14A89A"/>
          </a:solidFill>
          <a:ln>
            <a:noFill/>
          </a:ln>
          <a:effectLst>
            <a:outerShdw blurRad="40000" rotWithShape="0" dir="5400000" dist="23000">
              <a:srgbClr val="000000">
                <a:alpha val="34902"/>
              </a:srgbClr>
            </a:outerShdw>
          </a:effectLst>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
        <p:nvSpPr>
          <p:cNvPr id="132" name="Google Shape;132;p2"/>
          <p:cNvSpPr txBox="1"/>
          <p:nvPr/>
        </p:nvSpPr>
        <p:spPr>
          <a:xfrm>
            <a:off x="5084064" y="2048256"/>
            <a:ext cx="3310128" cy="201168"/>
          </a:xfrm>
          <a:prstGeom prst="rect">
            <a:avLst/>
          </a:prstGeom>
          <a:noFill/>
          <a:ln>
            <a:noFill/>
          </a:ln>
        </p:spPr>
        <p:txBody>
          <a:bodyPr anchorCtr="0" anchor="ctr" bIns="10950" lIns="0" spcFirstLastPara="1" rIns="0" wrap="square" tIns="10950">
            <a:spAutoFit/>
          </a:bodyPr>
          <a:lstStyle/>
          <a:p>
            <a:pPr indent="0" lvl="0" marL="0" marR="0" rtl="0" algn="l">
              <a:spcBef>
                <a:spcPts val="0"/>
              </a:spcBef>
              <a:spcAft>
                <a:spcPts val="0"/>
              </a:spcAft>
              <a:buNone/>
            </a:pPr>
            <a:r>
              <a:rPr b="1" i="0" lang="en-US" sz="860" u="none" cap="none" strike="noStrike">
                <a:solidFill>
                  <a:srgbClr val="14A89A"/>
                </a:solidFill>
                <a:latin typeface="Calibri"/>
                <a:ea typeface="Calibri"/>
                <a:cs typeface="Calibri"/>
                <a:sym typeface="Calibri"/>
              </a:rPr>
              <a:t>OPEN PROJECT DAY</a:t>
            </a:r>
            <a:endParaRPr/>
          </a:p>
        </p:txBody>
      </p:sp>
      <p:sp>
        <p:nvSpPr>
          <p:cNvPr id="133" name="Google Shape;133;p2"/>
          <p:cNvSpPr txBox="1"/>
          <p:nvPr/>
        </p:nvSpPr>
        <p:spPr>
          <a:xfrm>
            <a:off x="5084064" y="2276856"/>
            <a:ext cx="3255300" cy="366900"/>
          </a:xfrm>
          <a:prstGeom prst="rect">
            <a:avLst/>
          </a:prstGeom>
          <a:noFill/>
          <a:ln>
            <a:noFill/>
          </a:ln>
        </p:spPr>
        <p:txBody>
          <a:bodyPr anchorCtr="0" anchor="t" bIns="10950" lIns="0" spcFirstLastPara="1" rIns="0" wrap="square" tIns="10950">
            <a:spAutoFit/>
          </a:bodyPr>
          <a:lstStyle/>
          <a:p>
            <a:pPr indent="0" lvl="0" marL="0" marR="0" rtl="0" algn="l">
              <a:spcBef>
                <a:spcPts val="0"/>
              </a:spcBef>
              <a:spcAft>
                <a:spcPts val="0"/>
              </a:spcAft>
              <a:buNone/>
            </a:pPr>
            <a:r>
              <a:rPr b="0" i="0" lang="en-US" sz="1120" u="none" cap="none" strike="noStrike">
                <a:solidFill>
                  <a:srgbClr val="1F2D3D"/>
                </a:solidFill>
                <a:latin typeface="Calibri"/>
                <a:ea typeface="Calibri"/>
                <a:cs typeface="Calibri"/>
                <a:sym typeface="Calibri"/>
              </a:rPr>
              <a:t>Work</a:t>
            </a:r>
            <a:r>
              <a:rPr lang="en-US" sz="1120">
                <a:solidFill>
                  <a:srgbClr val="1F2D3D"/>
                </a:solidFill>
                <a:latin typeface="Calibri"/>
                <a:ea typeface="Calibri"/>
                <a:cs typeface="Calibri"/>
                <a:sym typeface="Calibri"/>
              </a:rPr>
              <a:t>ing from home and in the process of documenting </a:t>
            </a:r>
            <a:r>
              <a:rPr b="0" i="0" lang="en-US" sz="1120" u="none" cap="none" strike="noStrike">
                <a:solidFill>
                  <a:srgbClr val="1F2D3D"/>
                </a:solidFill>
                <a:latin typeface="Calibri"/>
                <a:ea typeface="Calibri"/>
                <a:cs typeface="Calibri"/>
                <a:sym typeface="Calibri"/>
              </a:rPr>
              <a:t> the proposed CISO Assistant addition.</a:t>
            </a:r>
            <a:endParaRPr/>
          </a:p>
        </p:txBody>
      </p:sp>
      <p:sp>
        <p:nvSpPr>
          <p:cNvPr id="134" name="Google Shape;134;p2"/>
          <p:cNvSpPr/>
          <p:nvPr/>
        </p:nvSpPr>
        <p:spPr>
          <a:xfrm>
            <a:off x="5084064" y="2770632"/>
            <a:ext cx="3273551" cy="914"/>
          </a:xfrm>
          <a:prstGeom prst="rect">
            <a:avLst/>
          </a:prstGeom>
          <a:solidFill>
            <a:srgbClr val="D5E5EF"/>
          </a:solidFill>
          <a:ln>
            <a:noFill/>
          </a:ln>
          <a:effectLst>
            <a:outerShdw blurRad="40000" rotWithShape="0" dir="5400000" dist="23000">
              <a:srgbClr val="000000">
                <a:alpha val="34902"/>
              </a:srgbClr>
            </a:outerShdw>
          </a:effectLst>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
        <p:nvSpPr>
          <p:cNvPr id="135" name="Google Shape;135;p2"/>
          <p:cNvSpPr/>
          <p:nvPr/>
        </p:nvSpPr>
        <p:spPr>
          <a:xfrm>
            <a:off x="4910328" y="2871216"/>
            <a:ext cx="68580" cy="68580"/>
          </a:xfrm>
          <a:prstGeom prst="roundRect">
            <a:avLst>
              <a:gd fmla="val 12000" name="adj"/>
            </a:avLst>
          </a:prstGeom>
          <a:solidFill>
            <a:srgbClr val="14A89A"/>
          </a:solidFill>
          <a:ln>
            <a:noFill/>
          </a:ln>
          <a:effectLst>
            <a:outerShdw blurRad="40000" rotWithShape="0" dir="5400000" dist="23000">
              <a:srgbClr val="000000">
                <a:alpha val="34902"/>
              </a:srgbClr>
            </a:outerShdw>
          </a:effectLst>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
        <p:nvSpPr>
          <p:cNvPr id="136" name="Google Shape;136;p2"/>
          <p:cNvSpPr txBox="1"/>
          <p:nvPr/>
        </p:nvSpPr>
        <p:spPr>
          <a:xfrm>
            <a:off x="5084064" y="2798064"/>
            <a:ext cx="3310128" cy="201168"/>
          </a:xfrm>
          <a:prstGeom prst="rect">
            <a:avLst/>
          </a:prstGeom>
          <a:noFill/>
          <a:ln>
            <a:noFill/>
          </a:ln>
        </p:spPr>
        <p:txBody>
          <a:bodyPr anchorCtr="0" anchor="ctr" bIns="10950" lIns="0" spcFirstLastPara="1" rIns="0" wrap="square" tIns="10950">
            <a:spAutoFit/>
          </a:bodyPr>
          <a:lstStyle/>
          <a:p>
            <a:pPr indent="0" lvl="0" marL="0" marR="0" rtl="0" algn="l">
              <a:spcBef>
                <a:spcPts val="0"/>
              </a:spcBef>
              <a:spcAft>
                <a:spcPts val="0"/>
              </a:spcAft>
              <a:buNone/>
            </a:pPr>
            <a:r>
              <a:rPr b="1" i="0" lang="en-US" sz="860" u="none" cap="none" strike="noStrike">
                <a:solidFill>
                  <a:srgbClr val="14A89A"/>
                </a:solidFill>
                <a:latin typeface="Calibri"/>
                <a:ea typeface="Calibri"/>
                <a:cs typeface="Calibri"/>
                <a:sym typeface="Calibri"/>
              </a:rPr>
              <a:t>PROJECT PROGRESS</a:t>
            </a:r>
            <a:endParaRPr/>
          </a:p>
        </p:txBody>
      </p:sp>
      <p:sp>
        <p:nvSpPr>
          <p:cNvPr id="137" name="Google Shape;137;p2"/>
          <p:cNvSpPr txBox="1"/>
          <p:nvPr/>
        </p:nvSpPr>
        <p:spPr>
          <a:xfrm>
            <a:off x="5084064" y="3026664"/>
            <a:ext cx="3255263" cy="484632"/>
          </a:xfrm>
          <a:prstGeom prst="rect">
            <a:avLst/>
          </a:prstGeom>
          <a:noFill/>
          <a:ln>
            <a:noFill/>
          </a:ln>
        </p:spPr>
        <p:txBody>
          <a:bodyPr anchorCtr="0" anchor="t" bIns="10950" lIns="0" spcFirstLastPara="1" rIns="0" wrap="square" tIns="10950">
            <a:spAutoFit/>
          </a:bodyPr>
          <a:lstStyle/>
          <a:p>
            <a:pPr indent="0" lvl="0" marL="0" marR="0" rtl="0" algn="l">
              <a:spcBef>
                <a:spcPts val="0"/>
              </a:spcBef>
              <a:spcAft>
                <a:spcPts val="0"/>
              </a:spcAft>
              <a:buNone/>
            </a:pPr>
            <a:r>
              <a:rPr b="0" i="0" lang="en-US" sz="1120" u="none" cap="none" strike="noStrike">
                <a:solidFill>
                  <a:srgbClr val="1F2D3D"/>
                </a:solidFill>
                <a:latin typeface="Calibri"/>
                <a:ea typeface="Calibri"/>
                <a:cs typeface="Calibri"/>
                <a:sym typeface="Calibri"/>
              </a:rPr>
              <a:t>Continued pending Care Access Navigator activities and documentation.</a:t>
            </a:r>
            <a:endParaRPr/>
          </a:p>
        </p:txBody>
      </p:sp>
      <p:sp>
        <p:nvSpPr>
          <p:cNvPr id="138" name="Google Shape;138;p2"/>
          <p:cNvSpPr/>
          <p:nvPr/>
        </p:nvSpPr>
        <p:spPr>
          <a:xfrm>
            <a:off x="5084064" y="3520440"/>
            <a:ext cx="3273551" cy="914"/>
          </a:xfrm>
          <a:prstGeom prst="rect">
            <a:avLst/>
          </a:prstGeom>
          <a:solidFill>
            <a:srgbClr val="D5E5EF"/>
          </a:solidFill>
          <a:ln>
            <a:noFill/>
          </a:ln>
          <a:effectLst>
            <a:outerShdw blurRad="40000" rotWithShape="0" dir="5400000" dist="23000">
              <a:srgbClr val="000000">
                <a:alpha val="34902"/>
              </a:srgbClr>
            </a:outerShdw>
          </a:effectLst>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
        <p:nvSpPr>
          <p:cNvPr id="139" name="Google Shape;139;p2"/>
          <p:cNvSpPr/>
          <p:nvPr/>
        </p:nvSpPr>
        <p:spPr>
          <a:xfrm>
            <a:off x="4910328" y="3621024"/>
            <a:ext cx="68580" cy="68580"/>
          </a:xfrm>
          <a:prstGeom prst="roundRect">
            <a:avLst>
              <a:gd fmla="val 12000" name="adj"/>
            </a:avLst>
          </a:prstGeom>
          <a:solidFill>
            <a:srgbClr val="14A89A"/>
          </a:solidFill>
          <a:ln>
            <a:noFill/>
          </a:ln>
          <a:effectLst>
            <a:outerShdw blurRad="40000" rotWithShape="0" dir="5400000" dist="23000">
              <a:srgbClr val="000000">
                <a:alpha val="34902"/>
              </a:srgbClr>
            </a:outerShdw>
          </a:effectLst>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
        <p:nvSpPr>
          <p:cNvPr id="140" name="Google Shape;140;p2"/>
          <p:cNvSpPr txBox="1"/>
          <p:nvPr/>
        </p:nvSpPr>
        <p:spPr>
          <a:xfrm>
            <a:off x="5084064" y="3547872"/>
            <a:ext cx="3310128" cy="201168"/>
          </a:xfrm>
          <a:prstGeom prst="rect">
            <a:avLst/>
          </a:prstGeom>
          <a:noFill/>
          <a:ln>
            <a:noFill/>
          </a:ln>
        </p:spPr>
        <p:txBody>
          <a:bodyPr anchorCtr="0" anchor="ctr" bIns="10950" lIns="0" spcFirstLastPara="1" rIns="0" wrap="square" tIns="10950">
            <a:spAutoFit/>
          </a:bodyPr>
          <a:lstStyle/>
          <a:p>
            <a:pPr indent="0" lvl="0" marL="0" marR="0" rtl="0" algn="l">
              <a:spcBef>
                <a:spcPts val="0"/>
              </a:spcBef>
              <a:spcAft>
                <a:spcPts val="0"/>
              </a:spcAft>
              <a:buNone/>
            </a:pPr>
            <a:r>
              <a:rPr b="1" i="0" lang="en-US" sz="860" u="none" cap="none" strike="noStrike">
                <a:solidFill>
                  <a:srgbClr val="14A89A"/>
                </a:solidFill>
                <a:latin typeface="Calibri"/>
                <a:ea typeface="Calibri"/>
                <a:cs typeface="Calibri"/>
                <a:sym typeface="Calibri"/>
              </a:rPr>
              <a:t>NEXT DECISION</a:t>
            </a:r>
            <a:endParaRPr/>
          </a:p>
        </p:txBody>
      </p:sp>
      <p:sp>
        <p:nvSpPr>
          <p:cNvPr id="141" name="Google Shape;141;p2"/>
          <p:cNvSpPr txBox="1"/>
          <p:nvPr/>
        </p:nvSpPr>
        <p:spPr>
          <a:xfrm>
            <a:off x="5084064" y="3776472"/>
            <a:ext cx="3255263" cy="484632"/>
          </a:xfrm>
          <a:prstGeom prst="rect">
            <a:avLst/>
          </a:prstGeom>
          <a:noFill/>
          <a:ln>
            <a:noFill/>
          </a:ln>
        </p:spPr>
        <p:txBody>
          <a:bodyPr anchorCtr="0" anchor="t" bIns="10950" lIns="0" spcFirstLastPara="1" rIns="0" wrap="square" tIns="10950">
            <a:spAutoFit/>
          </a:bodyPr>
          <a:lstStyle/>
          <a:p>
            <a:pPr indent="0" lvl="0" marL="0" marR="0" rtl="0" algn="l">
              <a:spcBef>
                <a:spcPts val="0"/>
              </a:spcBef>
              <a:spcAft>
                <a:spcPts val="0"/>
              </a:spcAft>
              <a:buNone/>
            </a:pPr>
            <a:r>
              <a:rPr b="0" i="0" lang="en-US" sz="1120" u="none" cap="none" strike="noStrike">
                <a:solidFill>
                  <a:srgbClr val="1F2D3D"/>
                </a:solidFill>
                <a:latin typeface="Calibri"/>
                <a:ea typeface="Calibri"/>
                <a:cs typeface="Calibri"/>
                <a:sym typeface="Calibri"/>
              </a:rPr>
              <a:t>Prepare the tool-fit assessment for educator approval before integrating.</a:t>
            </a:r>
            <a:endParaRPr/>
          </a:p>
        </p:txBody>
      </p:sp>
    </p:spTree>
  </p:cSld>
  <p:clrMapOvr>
    <a:masterClrMapping/>
  </p:clrMapOvr>
</p:sld>
</file>

<file path=ppt/slides/slide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EDF6FC"/>
        </a:solidFill>
      </p:bgPr>
    </p:bg>
    <p:spTree>
      <p:nvGrpSpPr>
        <p:cNvPr id="146" name="Shape 146"/>
        <p:cNvGrpSpPr/>
        <p:nvPr/>
      </p:nvGrpSpPr>
      <p:grpSpPr>
        <a:xfrm>
          <a:off x="0" y="0"/>
          <a:ext cx="0" cy="0"/>
          <a:chOff x="0" y="0"/>
          <a:chExt cx="0" cy="0"/>
        </a:xfrm>
      </p:grpSpPr>
      <p:sp>
        <p:nvSpPr>
          <p:cNvPr id="147" name="Google Shape;147;p3"/>
          <p:cNvSpPr/>
          <p:nvPr/>
        </p:nvSpPr>
        <p:spPr>
          <a:xfrm>
            <a:off x="0" y="0"/>
            <a:ext cx="9144000" cy="61264"/>
          </a:xfrm>
          <a:prstGeom prst="rect">
            <a:avLst/>
          </a:prstGeom>
          <a:solidFill>
            <a:srgbClr val="1565C0"/>
          </a:solidFill>
          <a:ln>
            <a:noFill/>
          </a:ln>
          <a:effectLst>
            <a:outerShdw blurRad="40000" rotWithShape="0" dir="5400000" dist="23000">
              <a:srgbClr val="000000">
                <a:alpha val="34902"/>
              </a:srgbClr>
            </a:outerShdw>
          </a:effectLst>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
        <p:nvSpPr>
          <p:cNvPr id="148" name="Google Shape;148;p3"/>
          <p:cNvSpPr/>
          <p:nvPr/>
        </p:nvSpPr>
        <p:spPr>
          <a:xfrm>
            <a:off x="0" y="61264"/>
            <a:ext cx="1828800" cy="25603"/>
          </a:xfrm>
          <a:prstGeom prst="rect">
            <a:avLst/>
          </a:prstGeom>
          <a:solidFill>
            <a:srgbClr val="14A89A"/>
          </a:solidFill>
          <a:ln>
            <a:noFill/>
          </a:ln>
          <a:effectLst>
            <a:outerShdw blurRad="40000" rotWithShape="0" dir="5400000" dist="23000">
              <a:srgbClr val="000000">
                <a:alpha val="34902"/>
              </a:srgbClr>
            </a:outerShdw>
          </a:effectLst>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
        <p:nvSpPr>
          <p:cNvPr id="149" name="Google Shape;149;p3"/>
          <p:cNvSpPr txBox="1"/>
          <p:nvPr/>
        </p:nvSpPr>
        <p:spPr>
          <a:xfrm>
            <a:off x="484632" y="246888"/>
            <a:ext cx="6400800" cy="182880"/>
          </a:xfrm>
          <a:prstGeom prst="rect">
            <a:avLst/>
          </a:prstGeom>
          <a:noFill/>
          <a:ln>
            <a:noFill/>
          </a:ln>
        </p:spPr>
        <p:txBody>
          <a:bodyPr anchorCtr="0" anchor="ctr" bIns="10950" lIns="0" spcFirstLastPara="1" rIns="0" wrap="square" tIns="10950">
            <a:spAutoFit/>
          </a:bodyPr>
          <a:lstStyle/>
          <a:p>
            <a:pPr indent="0" lvl="0" marL="0" marR="0" rtl="0" algn="l">
              <a:spcBef>
                <a:spcPts val="0"/>
              </a:spcBef>
              <a:spcAft>
                <a:spcPts val="0"/>
              </a:spcAft>
              <a:buNone/>
            </a:pPr>
            <a:r>
              <a:rPr b="1" i="0" lang="en-US" sz="900" u="none" cap="none" strike="noStrike">
                <a:solidFill>
                  <a:srgbClr val="14A89A"/>
                </a:solidFill>
                <a:latin typeface="Calibri"/>
                <a:ea typeface="Calibri"/>
                <a:cs typeface="Calibri"/>
                <a:sym typeface="Calibri"/>
              </a:rPr>
              <a:t>APPLY · DECIDE · DELIVER</a:t>
            </a:r>
            <a:endParaRPr/>
          </a:p>
        </p:txBody>
      </p:sp>
      <p:sp>
        <p:nvSpPr>
          <p:cNvPr id="150" name="Google Shape;150;p3"/>
          <p:cNvSpPr txBox="1"/>
          <p:nvPr/>
        </p:nvSpPr>
        <p:spPr>
          <a:xfrm>
            <a:off x="484632" y="502920"/>
            <a:ext cx="7680960" cy="429768"/>
          </a:xfrm>
          <a:prstGeom prst="rect">
            <a:avLst/>
          </a:prstGeom>
          <a:noFill/>
          <a:ln>
            <a:noFill/>
          </a:ln>
        </p:spPr>
        <p:txBody>
          <a:bodyPr anchorCtr="0" anchor="ctr" bIns="10950" lIns="0" spcFirstLastPara="1" rIns="0" wrap="square" tIns="10950">
            <a:spAutoFit/>
          </a:bodyPr>
          <a:lstStyle/>
          <a:p>
            <a:pPr indent="0" lvl="0" marL="0" marR="0" rtl="0" algn="l">
              <a:spcBef>
                <a:spcPts val="0"/>
              </a:spcBef>
              <a:spcAft>
                <a:spcPts val="0"/>
              </a:spcAft>
              <a:buNone/>
            </a:pPr>
            <a:r>
              <a:rPr b="1" i="0" lang="en-US" sz="2300" u="none" cap="none" strike="noStrike">
                <a:solidFill>
                  <a:srgbClr val="0B2A4A"/>
                </a:solidFill>
                <a:latin typeface="Cambria"/>
                <a:ea typeface="Cambria"/>
                <a:cs typeface="Cambria"/>
                <a:sym typeface="Cambria"/>
              </a:rPr>
              <a:t>Wednesday &amp; Thursday</a:t>
            </a:r>
            <a:endParaRPr/>
          </a:p>
        </p:txBody>
      </p:sp>
      <p:sp>
        <p:nvSpPr>
          <p:cNvPr id="151" name="Google Shape;151;p3"/>
          <p:cNvSpPr txBox="1"/>
          <p:nvPr/>
        </p:nvSpPr>
        <p:spPr>
          <a:xfrm>
            <a:off x="493776" y="950976"/>
            <a:ext cx="7909560" cy="292608"/>
          </a:xfrm>
          <a:prstGeom prst="rect">
            <a:avLst/>
          </a:prstGeom>
          <a:noFill/>
          <a:ln>
            <a:noFill/>
          </a:ln>
        </p:spPr>
        <p:txBody>
          <a:bodyPr anchorCtr="0" anchor="ctr" bIns="10950" lIns="0" spcFirstLastPara="1" rIns="0" wrap="square" tIns="10950">
            <a:spAutoFit/>
          </a:bodyPr>
          <a:lstStyle/>
          <a:p>
            <a:pPr indent="0" lvl="0" marL="0" marR="0" rtl="0" algn="l">
              <a:spcBef>
                <a:spcPts val="0"/>
              </a:spcBef>
              <a:spcAft>
                <a:spcPts val="0"/>
              </a:spcAft>
              <a:buNone/>
            </a:pPr>
            <a:r>
              <a:rPr b="0" i="0" lang="en-US" sz="1080" u="none" cap="none" strike="noStrike">
                <a:solidFill>
                  <a:srgbClr val="52677A"/>
                </a:solidFill>
                <a:latin typeface="Calibri"/>
                <a:ea typeface="Calibri"/>
                <a:cs typeface="Calibri"/>
                <a:sym typeface="Calibri"/>
              </a:rPr>
              <a:t>Turning educator guidance into deliverables and a decision</a:t>
            </a:r>
            <a:endParaRPr/>
          </a:p>
        </p:txBody>
      </p:sp>
      <p:pic>
        <p:nvPicPr>
          <p:cNvPr descr="ref_logo_candidate_s20_p0.png" id="152" name="Google Shape;152;p3"/>
          <p:cNvPicPr preferRelativeResize="0"/>
          <p:nvPr/>
        </p:nvPicPr>
        <p:blipFill rotWithShape="1">
          <a:blip r:embed="rId3">
            <a:alphaModFix/>
          </a:blip>
          <a:srcRect b="0" l="0" r="0" t="0"/>
          <a:stretch/>
        </p:blipFill>
        <p:spPr>
          <a:xfrm>
            <a:off x="8028431" y="274320"/>
            <a:ext cx="658368" cy="234767"/>
          </a:xfrm>
          <a:prstGeom prst="rect">
            <a:avLst/>
          </a:prstGeom>
          <a:noFill/>
          <a:ln>
            <a:noFill/>
          </a:ln>
        </p:spPr>
      </p:pic>
      <p:sp>
        <p:nvSpPr>
          <p:cNvPr id="153" name="Google Shape;153;p3"/>
          <p:cNvSpPr/>
          <p:nvPr/>
        </p:nvSpPr>
        <p:spPr>
          <a:xfrm>
            <a:off x="484632" y="4791456"/>
            <a:ext cx="8174736" cy="4571"/>
          </a:xfrm>
          <a:prstGeom prst="rect">
            <a:avLst/>
          </a:prstGeom>
          <a:solidFill>
            <a:srgbClr val="D5E5EF"/>
          </a:solidFill>
          <a:ln>
            <a:noFill/>
          </a:ln>
          <a:effectLst>
            <a:outerShdw blurRad="40000" rotWithShape="0" dir="5400000" dist="23000">
              <a:srgbClr val="000000">
                <a:alpha val="34902"/>
              </a:srgbClr>
            </a:outerShdw>
          </a:effectLst>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
        <p:nvSpPr>
          <p:cNvPr id="154" name="Google Shape;154;p3"/>
          <p:cNvSpPr txBox="1"/>
          <p:nvPr/>
        </p:nvSpPr>
        <p:spPr>
          <a:xfrm>
            <a:off x="484632" y="4846320"/>
            <a:ext cx="7315200" cy="137160"/>
          </a:xfrm>
          <a:prstGeom prst="rect">
            <a:avLst/>
          </a:prstGeom>
          <a:noFill/>
          <a:ln>
            <a:noFill/>
          </a:ln>
        </p:spPr>
        <p:txBody>
          <a:bodyPr anchorCtr="0" anchor="ctr" bIns="10950" lIns="0" spcFirstLastPara="1" rIns="0" wrap="square" tIns="10950">
            <a:spAutoFit/>
          </a:bodyPr>
          <a:lstStyle/>
          <a:p>
            <a:pPr indent="0" lvl="0" marL="0" marR="0" rtl="0" algn="l">
              <a:spcBef>
                <a:spcPts val="0"/>
              </a:spcBef>
              <a:spcAft>
                <a:spcPts val="0"/>
              </a:spcAft>
              <a:buNone/>
            </a:pPr>
            <a:r>
              <a:rPr b="0" i="0" lang="en-US" sz="750" u="none" cap="none" strike="noStrike">
                <a:solidFill>
                  <a:srgbClr val="6D8293"/>
                </a:solidFill>
                <a:latin typeface="Calibri"/>
                <a:ea typeface="Calibri"/>
                <a:cs typeface="Calibri"/>
                <a:sym typeface="Calibri"/>
              </a:rPr>
              <a:t>CARE ACCESS NAVIGATOR  ·  HRMC  ·  SEMESTER 5 / WEEK 3</a:t>
            </a:r>
            <a:endParaRPr/>
          </a:p>
        </p:txBody>
      </p:sp>
      <p:sp>
        <p:nvSpPr>
          <p:cNvPr id="155" name="Google Shape;155;p3"/>
          <p:cNvSpPr txBox="1"/>
          <p:nvPr/>
        </p:nvSpPr>
        <p:spPr>
          <a:xfrm>
            <a:off x="8366760" y="4837176"/>
            <a:ext cx="274320" cy="155448"/>
          </a:xfrm>
          <a:prstGeom prst="rect">
            <a:avLst/>
          </a:prstGeom>
          <a:noFill/>
          <a:ln>
            <a:noFill/>
          </a:ln>
        </p:spPr>
        <p:txBody>
          <a:bodyPr anchorCtr="0" anchor="ctr" bIns="10950" lIns="0" spcFirstLastPara="1" rIns="0" wrap="square" tIns="10950">
            <a:spAutoFit/>
          </a:bodyPr>
          <a:lstStyle/>
          <a:p>
            <a:pPr indent="0" lvl="0" marL="0" marR="0" rtl="0" algn="r">
              <a:spcBef>
                <a:spcPts val="0"/>
              </a:spcBef>
              <a:spcAft>
                <a:spcPts val="0"/>
              </a:spcAft>
              <a:buNone/>
            </a:pPr>
            <a:r>
              <a:rPr b="0" i="0" lang="en-US" sz="800" u="none" cap="none" strike="noStrike">
                <a:solidFill>
                  <a:srgbClr val="6D8293"/>
                </a:solidFill>
                <a:latin typeface="Calibri"/>
                <a:ea typeface="Calibri"/>
                <a:cs typeface="Calibri"/>
                <a:sym typeface="Calibri"/>
              </a:rPr>
              <a:t>3</a:t>
            </a:r>
            <a:endParaRPr/>
          </a:p>
        </p:txBody>
      </p:sp>
      <p:sp>
        <p:nvSpPr>
          <p:cNvPr id="156" name="Google Shape;156;p3"/>
          <p:cNvSpPr/>
          <p:nvPr/>
        </p:nvSpPr>
        <p:spPr>
          <a:xfrm>
            <a:off x="484632" y="1344168"/>
            <a:ext cx="3968496" cy="3264408"/>
          </a:xfrm>
          <a:prstGeom prst="roundRect">
            <a:avLst>
              <a:gd fmla="val 12000" name="adj"/>
            </a:avLst>
          </a:prstGeom>
          <a:solidFill>
            <a:srgbClr val="FFFFFF"/>
          </a:solidFill>
          <a:ln cap="flat" cmpd="sng" w="11425">
            <a:solidFill>
              <a:srgbClr val="D5E5EF"/>
            </a:solidFill>
            <a:prstDash val="solid"/>
            <a:round/>
            <a:headEnd len="sm" w="sm" type="none"/>
            <a:tailEnd len="sm" w="sm" type="none"/>
          </a:ln>
          <a:effectLst>
            <a:outerShdw blurRad="40000" rotWithShape="0" dir="5400000" dist="23000">
              <a:srgbClr val="000000">
                <a:alpha val="34902"/>
              </a:srgbClr>
            </a:outerShdw>
          </a:effectLst>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
        <p:nvSpPr>
          <p:cNvPr id="157" name="Google Shape;157;p3"/>
          <p:cNvSpPr/>
          <p:nvPr/>
        </p:nvSpPr>
        <p:spPr>
          <a:xfrm>
            <a:off x="484632" y="1344168"/>
            <a:ext cx="62179" cy="3264408"/>
          </a:xfrm>
          <a:prstGeom prst="rect">
            <a:avLst/>
          </a:prstGeom>
          <a:solidFill>
            <a:srgbClr val="1565C0"/>
          </a:solidFill>
          <a:ln>
            <a:noFill/>
          </a:ln>
          <a:effectLst>
            <a:outerShdw blurRad="40000" rotWithShape="0" dir="5400000" dist="23000">
              <a:srgbClr val="000000">
                <a:alpha val="34902"/>
              </a:srgbClr>
            </a:outerShdw>
          </a:effectLst>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
        <p:nvSpPr>
          <p:cNvPr id="158" name="Google Shape;158;p3"/>
          <p:cNvSpPr/>
          <p:nvPr/>
        </p:nvSpPr>
        <p:spPr>
          <a:xfrm>
            <a:off x="676656" y="1527048"/>
            <a:ext cx="713232" cy="292608"/>
          </a:xfrm>
          <a:prstGeom prst="roundRect">
            <a:avLst>
              <a:gd fmla="val 12000" name="adj"/>
            </a:avLst>
          </a:prstGeom>
          <a:solidFill>
            <a:srgbClr val="1565C0"/>
          </a:solidFill>
          <a:ln>
            <a:noFill/>
          </a:ln>
          <a:effectLst>
            <a:outerShdw blurRad="40000" rotWithShape="0" dir="5400000" dist="23000">
              <a:srgbClr val="000000">
                <a:alpha val="34902"/>
              </a:srgbClr>
            </a:outerShdw>
          </a:effectLst>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
        <p:nvSpPr>
          <p:cNvPr id="159" name="Google Shape;159;p3"/>
          <p:cNvSpPr txBox="1"/>
          <p:nvPr/>
        </p:nvSpPr>
        <p:spPr>
          <a:xfrm>
            <a:off x="685800" y="1540764"/>
            <a:ext cx="694944" cy="210312"/>
          </a:xfrm>
          <a:prstGeom prst="rect">
            <a:avLst/>
          </a:prstGeom>
          <a:noFill/>
          <a:ln>
            <a:noFill/>
          </a:ln>
        </p:spPr>
        <p:txBody>
          <a:bodyPr anchorCtr="0" anchor="ctr" bIns="10950" lIns="0" spcFirstLastPara="1" rIns="0" wrap="square" tIns="10950">
            <a:spAutoFit/>
          </a:bodyPr>
          <a:lstStyle/>
          <a:p>
            <a:pPr indent="0" lvl="0" marL="0" marR="0" rtl="0" algn="ctr">
              <a:spcBef>
                <a:spcPts val="0"/>
              </a:spcBef>
              <a:spcAft>
                <a:spcPts val="0"/>
              </a:spcAft>
              <a:buNone/>
            </a:pPr>
            <a:r>
              <a:rPr b="1" i="0" lang="en-US" sz="950" u="none" cap="none" strike="noStrike">
                <a:solidFill>
                  <a:srgbClr val="FFFFFF"/>
                </a:solidFill>
                <a:latin typeface="Calibri"/>
                <a:ea typeface="Calibri"/>
                <a:cs typeface="Calibri"/>
                <a:sym typeface="Calibri"/>
              </a:rPr>
              <a:t>WED</a:t>
            </a:r>
            <a:endParaRPr/>
          </a:p>
        </p:txBody>
      </p:sp>
      <p:sp>
        <p:nvSpPr>
          <p:cNvPr id="160" name="Google Shape;160;p3"/>
          <p:cNvSpPr txBox="1"/>
          <p:nvPr/>
        </p:nvSpPr>
        <p:spPr>
          <a:xfrm>
            <a:off x="1490472" y="1517904"/>
            <a:ext cx="2743200" cy="310896"/>
          </a:xfrm>
          <a:prstGeom prst="rect">
            <a:avLst/>
          </a:prstGeom>
          <a:noFill/>
          <a:ln>
            <a:noFill/>
          </a:ln>
        </p:spPr>
        <p:txBody>
          <a:bodyPr anchorCtr="0" anchor="ctr" bIns="10950" lIns="0" spcFirstLastPara="1" rIns="0" wrap="square" tIns="10950">
            <a:spAutoFit/>
          </a:bodyPr>
          <a:lstStyle/>
          <a:p>
            <a:pPr indent="0" lvl="0" marL="0" marR="0" rtl="0" algn="l">
              <a:spcBef>
                <a:spcPts val="0"/>
              </a:spcBef>
              <a:spcAft>
                <a:spcPts val="0"/>
              </a:spcAft>
              <a:buNone/>
            </a:pPr>
            <a:r>
              <a:rPr b="1" i="0" lang="en-US" sz="1600" u="none" cap="none" strike="noStrike">
                <a:solidFill>
                  <a:srgbClr val="0B2A4A"/>
                </a:solidFill>
                <a:latin typeface="Cambria"/>
                <a:ea typeface="Cambria"/>
                <a:cs typeface="Cambria"/>
                <a:sym typeface="Cambria"/>
              </a:rPr>
              <a:t>Clarify the IR workflow</a:t>
            </a:r>
            <a:endParaRPr/>
          </a:p>
        </p:txBody>
      </p:sp>
      <p:sp>
        <p:nvSpPr>
          <p:cNvPr id="161" name="Google Shape;161;p3"/>
          <p:cNvSpPr/>
          <p:nvPr/>
        </p:nvSpPr>
        <p:spPr>
          <a:xfrm>
            <a:off x="704088" y="2121408"/>
            <a:ext cx="68580" cy="68580"/>
          </a:xfrm>
          <a:prstGeom prst="roundRect">
            <a:avLst>
              <a:gd fmla="val 12000" name="adj"/>
            </a:avLst>
          </a:prstGeom>
          <a:solidFill>
            <a:srgbClr val="1565C0"/>
          </a:solidFill>
          <a:ln>
            <a:noFill/>
          </a:ln>
          <a:effectLst>
            <a:outerShdw blurRad="40000" rotWithShape="0" dir="5400000" dist="23000">
              <a:srgbClr val="000000">
                <a:alpha val="34902"/>
              </a:srgbClr>
            </a:outerShdw>
          </a:effectLst>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
        <p:nvSpPr>
          <p:cNvPr id="162" name="Google Shape;162;p3"/>
          <p:cNvSpPr txBox="1"/>
          <p:nvPr/>
        </p:nvSpPr>
        <p:spPr>
          <a:xfrm>
            <a:off x="877824" y="2048256"/>
            <a:ext cx="3310128" cy="201168"/>
          </a:xfrm>
          <a:prstGeom prst="rect">
            <a:avLst/>
          </a:prstGeom>
          <a:noFill/>
          <a:ln>
            <a:noFill/>
          </a:ln>
        </p:spPr>
        <p:txBody>
          <a:bodyPr anchorCtr="0" anchor="ctr" bIns="10950" lIns="0" spcFirstLastPara="1" rIns="0" wrap="square" tIns="10950">
            <a:spAutoFit/>
          </a:bodyPr>
          <a:lstStyle/>
          <a:p>
            <a:pPr indent="0" lvl="0" marL="0" marR="0" rtl="0" algn="l">
              <a:spcBef>
                <a:spcPts val="0"/>
              </a:spcBef>
              <a:spcAft>
                <a:spcPts val="0"/>
              </a:spcAft>
              <a:buNone/>
            </a:pPr>
            <a:r>
              <a:rPr b="1" i="0" lang="en-US" sz="860" u="none" cap="none" strike="noStrike">
                <a:solidFill>
                  <a:srgbClr val="1565C0"/>
                </a:solidFill>
                <a:latin typeface="Calibri"/>
                <a:ea typeface="Calibri"/>
                <a:cs typeface="Calibri"/>
                <a:sym typeface="Calibri"/>
              </a:rPr>
              <a:t>CLASS ACTIVITY</a:t>
            </a:r>
            <a:endParaRPr/>
          </a:p>
        </p:txBody>
      </p:sp>
      <p:sp>
        <p:nvSpPr>
          <p:cNvPr id="163" name="Google Shape;163;p3"/>
          <p:cNvSpPr txBox="1"/>
          <p:nvPr/>
        </p:nvSpPr>
        <p:spPr>
          <a:xfrm>
            <a:off x="877824" y="2276856"/>
            <a:ext cx="3255300" cy="366900"/>
          </a:xfrm>
          <a:prstGeom prst="rect">
            <a:avLst/>
          </a:prstGeom>
          <a:noFill/>
          <a:ln>
            <a:noFill/>
          </a:ln>
        </p:spPr>
        <p:txBody>
          <a:bodyPr anchorCtr="0" anchor="t" bIns="10950" lIns="0" spcFirstLastPara="1" rIns="0" wrap="square" tIns="10950">
            <a:spAutoFit/>
          </a:bodyPr>
          <a:lstStyle/>
          <a:p>
            <a:pPr indent="0" lvl="0" marL="0" marR="0" rtl="0" algn="l">
              <a:spcBef>
                <a:spcPts val="0"/>
              </a:spcBef>
              <a:spcAft>
                <a:spcPts val="0"/>
              </a:spcAft>
              <a:buNone/>
            </a:pPr>
            <a:r>
              <a:rPr b="0" i="0" lang="en-US" sz="1120" u="none" cap="none" strike="noStrike">
                <a:solidFill>
                  <a:srgbClr val="1F2D3D"/>
                </a:solidFill>
                <a:latin typeface="Calibri"/>
                <a:ea typeface="Calibri"/>
                <a:cs typeface="Calibri"/>
                <a:sym typeface="Calibri"/>
              </a:rPr>
              <a:t>Joined the educator-led activity focused on Incident Response Tasks 3–</a:t>
            </a:r>
            <a:r>
              <a:rPr lang="en-US" sz="1120">
                <a:solidFill>
                  <a:srgbClr val="1F2D3D"/>
                </a:solidFill>
                <a:latin typeface="Calibri"/>
                <a:ea typeface="Calibri"/>
                <a:cs typeface="Calibri"/>
                <a:sym typeface="Calibri"/>
              </a:rPr>
              <a:t>6</a:t>
            </a:r>
            <a:r>
              <a:rPr b="0" i="0" lang="en-US" sz="1120" u="none" cap="none" strike="noStrike">
                <a:solidFill>
                  <a:srgbClr val="1F2D3D"/>
                </a:solidFill>
                <a:latin typeface="Calibri"/>
                <a:ea typeface="Calibri"/>
                <a:cs typeface="Calibri"/>
                <a:sym typeface="Calibri"/>
              </a:rPr>
              <a:t>.</a:t>
            </a:r>
            <a:endParaRPr/>
          </a:p>
        </p:txBody>
      </p:sp>
      <p:sp>
        <p:nvSpPr>
          <p:cNvPr id="164" name="Google Shape;164;p3"/>
          <p:cNvSpPr/>
          <p:nvPr/>
        </p:nvSpPr>
        <p:spPr>
          <a:xfrm>
            <a:off x="877824" y="2770632"/>
            <a:ext cx="3273552" cy="914"/>
          </a:xfrm>
          <a:prstGeom prst="rect">
            <a:avLst/>
          </a:prstGeom>
          <a:solidFill>
            <a:srgbClr val="D5E5EF"/>
          </a:solidFill>
          <a:ln>
            <a:noFill/>
          </a:ln>
          <a:effectLst>
            <a:outerShdw blurRad="40000" rotWithShape="0" dir="5400000" dist="23000">
              <a:srgbClr val="000000">
                <a:alpha val="34902"/>
              </a:srgbClr>
            </a:outerShdw>
          </a:effectLst>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
        <p:nvSpPr>
          <p:cNvPr id="165" name="Google Shape;165;p3"/>
          <p:cNvSpPr/>
          <p:nvPr/>
        </p:nvSpPr>
        <p:spPr>
          <a:xfrm>
            <a:off x="704088" y="2871216"/>
            <a:ext cx="68580" cy="68580"/>
          </a:xfrm>
          <a:prstGeom prst="roundRect">
            <a:avLst>
              <a:gd fmla="val 12000" name="adj"/>
            </a:avLst>
          </a:prstGeom>
          <a:solidFill>
            <a:srgbClr val="1565C0"/>
          </a:solidFill>
          <a:ln>
            <a:noFill/>
          </a:ln>
          <a:effectLst>
            <a:outerShdw blurRad="40000" rotWithShape="0" dir="5400000" dist="23000">
              <a:srgbClr val="000000">
                <a:alpha val="34902"/>
              </a:srgbClr>
            </a:outerShdw>
          </a:effectLst>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
        <p:nvSpPr>
          <p:cNvPr id="166" name="Google Shape;166;p3"/>
          <p:cNvSpPr txBox="1"/>
          <p:nvPr/>
        </p:nvSpPr>
        <p:spPr>
          <a:xfrm>
            <a:off x="877824" y="2798064"/>
            <a:ext cx="3310128" cy="201168"/>
          </a:xfrm>
          <a:prstGeom prst="rect">
            <a:avLst/>
          </a:prstGeom>
          <a:noFill/>
          <a:ln>
            <a:noFill/>
          </a:ln>
        </p:spPr>
        <p:txBody>
          <a:bodyPr anchorCtr="0" anchor="ctr" bIns="10950" lIns="0" spcFirstLastPara="1" rIns="0" wrap="square" tIns="10950">
            <a:spAutoFit/>
          </a:bodyPr>
          <a:lstStyle/>
          <a:p>
            <a:pPr indent="0" lvl="0" marL="0" marR="0" rtl="0" algn="l">
              <a:spcBef>
                <a:spcPts val="0"/>
              </a:spcBef>
              <a:spcAft>
                <a:spcPts val="0"/>
              </a:spcAft>
              <a:buNone/>
            </a:pPr>
            <a:r>
              <a:rPr b="1" i="0" lang="en-US" sz="860" u="none" cap="none" strike="noStrike">
                <a:solidFill>
                  <a:srgbClr val="1565C0"/>
                </a:solidFill>
                <a:latin typeface="Calibri"/>
                <a:ea typeface="Calibri"/>
                <a:cs typeface="Calibri"/>
                <a:sym typeface="Calibri"/>
              </a:rPr>
              <a:t>WHAT I LEARNED</a:t>
            </a:r>
            <a:endParaRPr/>
          </a:p>
        </p:txBody>
      </p:sp>
      <p:sp>
        <p:nvSpPr>
          <p:cNvPr id="167" name="Google Shape;167;p3"/>
          <p:cNvSpPr txBox="1"/>
          <p:nvPr/>
        </p:nvSpPr>
        <p:spPr>
          <a:xfrm>
            <a:off x="877824" y="3026664"/>
            <a:ext cx="3255263" cy="484632"/>
          </a:xfrm>
          <a:prstGeom prst="rect">
            <a:avLst/>
          </a:prstGeom>
          <a:noFill/>
          <a:ln>
            <a:noFill/>
          </a:ln>
        </p:spPr>
        <p:txBody>
          <a:bodyPr anchorCtr="0" anchor="t" bIns="10950" lIns="0" spcFirstLastPara="1" rIns="0" wrap="square" tIns="10950">
            <a:spAutoFit/>
          </a:bodyPr>
          <a:lstStyle/>
          <a:p>
            <a:pPr indent="0" lvl="0" marL="0" marR="0" rtl="0" algn="l">
              <a:spcBef>
                <a:spcPts val="0"/>
              </a:spcBef>
              <a:spcAft>
                <a:spcPts val="0"/>
              </a:spcAft>
              <a:buNone/>
            </a:pPr>
            <a:r>
              <a:rPr b="0" i="0" lang="en-US" sz="1120" u="none" cap="none" strike="noStrike">
                <a:solidFill>
                  <a:srgbClr val="1F2D3D"/>
                </a:solidFill>
                <a:latin typeface="Calibri"/>
                <a:ea typeface="Calibri"/>
                <a:cs typeface="Calibri"/>
                <a:sym typeface="Calibri"/>
              </a:rPr>
              <a:t>Clarified containment, evidence management and reporting requirements.</a:t>
            </a:r>
            <a:endParaRPr/>
          </a:p>
        </p:txBody>
      </p:sp>
      <p:sp>
        <p:nvSpPr>
          <p:cNvPr id="168" name="Google Shape;168;p3"/>
          <p:cNvSpPr/>
          <p:nvPr/>
        </p:nvSpPr>
        <p:spPr>
          <a:xfrm>
            <a:off x="877824" y="3520440"/>
            <a:ext cx="3273552" cy="914"/>
          </a:xfrm>
          <a:prstGeom prst="rect">
            <a:avLst/>
          </a:prstGeom>
          <a:solidFill>
            <a:srgbClr val="D5E5EF"/>
          </a:solidFill>
          <a:ln>
            <a:noFill/>
          </a:ln>
          <a:effectLst>
            <a:outerShdw blurRad="40000" rotWithShape="0" dir="5400000" dist="23000">
              <a:srgbClr val="000000">
                <a:alpha val="34902"/>
              </a:srgbClr>
            </a:outerShdw>
          </a:effectLst>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
        <p:nvSpPr>
          <p:cNvPr id="169" name="Google Shape;169;p3"/>
          <p:cNvSpPr/>
          <p:nvPr/>
        </p:nvSpPr>
        <p:spPr>
          <a:xfrm>
            <a:off x="704088" y="3621024"/>
            <a:ext cx="68580" cy="68580"/>
          </a:xfrm>
          <a:prstGeom prst="roundRect">
            <a:avLst>
              <a:gd fmla="val 12000" name="adj"/>
            </a:avLst>
          </a:prstGeom>
          <a:solidFill>
            <a:srgbClr val="1565C0"/>
          </a:solidFill>
          <a:ln>
            <a:noFill/>
          </a:ln>
          <a:effectLst>
            <a:outerShdw blurRad="40000" rotWithShape="0" dir="5400000" dist="23000">
              <a:srgbClr val="000000">
                <a:alpha val="34902"/>
              </a:srgbClr>
            </a:outerShdw>
          </a:effectLst>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
        <p:nvSpPr>
          <p:cNvPr id="170" name="Google Shape;170;p3"/>
          <p:cNvSpPr txBox="1"/>
          <p:nvPr/>
        </p:nvSpPr>
        <p:spPr>
          <a:xfrm>
            <a:off x="877824" y="3547872"/>
            <a:ext cx="3310128" cy="201168"/>
          </a:xfrm>
          <a:prstGeom prst="rect">
            <a:avLst/>
          </a:prstGeom>
          <a:noFill/>
          <a:ln>
            <a:noFill/>
          </a:ln>
        </p:spPr>
        <p:txBody>
          <a:bodyPr anchorCtr="0" anchor="ctr" bIns="10950" lIns="0" spcFirstLastPara="1" rIns="0" wrap="square" tIns="10950">
            <a:spAutoFit/>
          </a:bodyPr>
          <a:lstStyle/>
          <a:p>
            <a:pPr indent="0" lvl="0" marL="0" marR="0" rtl="0" algn="l">
              <a:spcBef>
                <a:spcPts val="0"/>
              </a:spcBef>
              <a:spcAft>
                <a:spcPts val="0"/>
              </a:spcAft>
              <a:buNone/>
            </a:pPr>
            <a:r>
              <a:rPr b="1" i="0" lang="en-US" sz="860" u="none" cap="none" strike="noStrike">
                <a:solidFill>
                  <a:srgbClr val="1565C0"/>
                </a:solidFill>
                <a:latin typeface="Calibri"/>
                <a:ea typeface="Calibri"/>
                <a:cs typeface="Calibri"/>
                <a:sym typeface="Calibri"/>
              </a:rPr>
              <a:t>APPLIED LEARNING</a:t>
            </a:r>
            <a:endParaRPr/>
          </a:p>
        </p:txBody>
      </p:sp>
      <p:sp>
        <p:nvSpPr>
          <p:cNvPr id="171" name="Google Shape;171;p3"/>
          <p:cNvSpPr txBox="1"/>
          <p:nvPr/>
        </p:nvSpPr>
        <p:spPr>
          <a:xfrm>
            <a:off x="877824" y="3776472"/>
            <a:ext cx="3255263" cy="484632"/>
          </a:xfrm>
          <a:prstGeom prst="rect">
            <a:avLst/>
          </a:prstGeom>
          <a:noFill/>
          <a:ln>
            <a:noFill/>
          </a:ln>
        </p:spPr>
        <p:txBody>
          <a:bodyPr anchorCtr="0" anchor="t" bIns="10950" lIns="0" spcFirstLastPara="1" rIns="0" wrap="square" tIns="10950">
            <a:spAutoFit/>
          </a:bodyPr>
          <a:lstStyle/>
          <a:p>
            <a:pPr indent="0" lvl="0" marL="0" marR="0" rtl="0" algn="l">
              <a:spcBef>
                <a:spcPts val="0"/>
              </a:spcBef>
              <a:spcAft>
                <a:spcPts val="0"/>
              </a:spcAft>
              <a:buNone/>
            </a:pPr>
            <a:r>
              <a:rPr b="0" i="0" lang="en-US" sz="1120" u="none" cap="none" strike="noStrike">
                <a:solidFill>
                  <a:srgbClr val="1F2D3D"/>
                </a:solidFill>
                <a:latin typeface="Calibri"/>
                <a:ea typeface="Calibri"/>
                <a:cs typeface="Calibri"/>
                <a:sym typeface="Calibri"/>
              </a:rPr>
              <a:t>Worked on the corresponding IR course tasks after the activity.</a:t>
            </a:r>
            <a:endParaRPr/>
          </a:p>
        </p:txBody>
      </p:sp>
      <p:sp>
        <p:nvSpPr>
          <p:cNvPr id="172" name="Google Shape;172;p3"/>
          <p:cNvSpPr/>
          <p:nvPr/>
        </p:nvSpPr>
        <p:spPr>
          <a:xfrm>
            <a:off x="4690872" y="1344168"/>
            <a:ext cx="3968496" cy="3264408"/>
          </a:xfrm>
          <a:prstGeom prst="roundRect">
            <a:avLst>
              <a:gd fmla="val 12000" name="adj"/>
            </a:avLst>
          </a:prstGeom>
          <a:solidFill>
            <a:srgbClr val="FFFFFF"/>
          </a:solidFill>
          <a:ln cap="flat" cmpd="sng" w="11425">
            <a:solidFill>
              <a:srgbClr val="D5E5EF"/>
            </a:solidFill>
            <a:prstDash val="solid"/>
            <a:round/>
            <a:headEnd len="sm" w="sm" type="none"/>
            <a:tailEnd len="sm" w="sm" type="none"/>
          </a:ln>
          <a:effectLst>
            <a:outerShdw blurRad="40000" rotWithShape="0" dir="5400000" dist="23000">
              <a:srgbClr val="000000">
                <a:alpha val="34902"/>
              </a:srgbClr>
            </a:outerShdw>
          </a:effectLst>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
        <p:nvSpPr>
          <p:cNvPr id="173" name="Google Shape;173;p3"/>
          <p:cNvSpPr/>
          <p:nvPr/>
        </p:nvSpPr>
        <p:spPr>
          <a:xfrm>
            <a:off x="4690872" y="1344168"/>
            <a:ext cx="62179" cy="3264408"/>
          </a:xfrm>
          <a:prstGeom prst="rect">
            <a:avLst/>
          </a:prstGeom>
          <a:solidFill>
            <a:srgbClr val="14A89A"/>
          </a:solidFill>
          <a:ln>
            <a:noFill/>
          </a:ln>
          <a:effectLst>
            <a:outerShdw blurRad="40000" rotWithShape="0" dir="5400000" dist="23000">
              <a:srgbClr val="000000">
                <a:alpha val="34902"/>
              </a:srgbClr>
            </a:outerShdw>
          </a:effectLst>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
        <p:nvSpPr>
          <p:cNvPr id="174" name="Google Shape;174;p3"/>
          <p:cNvSpPr/>
          <p:nvPr/>
        </p:nvSpPr>
        <p:spPr>
          <a:xfrm>
            <a:off x="4882896" y="1527048"/>
            <a:ext cx="713232" cy="292608"/>
          </a:xfrm>
          <a:prstGeom prst="roundRect">
            <a:avLst>
              <a:gd fmla="val 12000" name="adj"/>
            </a:avLst>
          </a:prstGeom>
          <a:solidFill>
            <a:srgbClr val="14A89A"/>
          </a:solidFill>
          <a:ln>
            <a:noFill/>
          </a:ln>
          <a:effectLst>
            <a:outerShdw blurRad="40000" rotWithShape="0" dir="5400000" dist="23000">
              <a:srgbClr val="000000">
                <a:alpha val="34902"/>
              </a:srgbClr>
            </a:outerShdw>
          </a:effectLst>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
        <p:nvSpPr>
          <p:cNvPr id="175" name="Google Shape;175;p3"/>
          <p:cNvSpPr txBox="1"/>
          <p:nvPr/>
        </p:nvSpPr>
        <p:spPr>
          <a:xfrm>
            <a:off x="4892040" y="1540764"/>
            <a:ext cx="694944" cy="210312"/>
          </a:xfrm>
          <a:prstGeom prst="rect">
            <a:avLst/>
          </a:prstGeom>
          <a:noFill/>
          <a:ln>
            <a:noFill/>
          </a:ln>
        </p:spPr>
        <p:txBody>
          <a:bodyPr anchorCtr="0" anchor="ctr" bIns="10950" lIns="0" spcFirstLastPara="1" rIns="0" wrap="square" tIns="10950">
            <a:spAutoFit/>
          </a:bodyPr>
          <a:lstStyle/>
          <a:p>
            <a:pPr indent="0" lvl="0" marL="0" marR="0" rtl="0" algn="ctr">
              <a:spcBef>
                <a:spcPts val="0"/>
              </a:spcBef>
              <a:spcAft>
                <a:spcPts val="0"/>
              </a:spcAft>
              <a:buNone/>
            </a:pPr>
            <a:r>
              <a:rPr b="1" i="0" lang="en-US" sz="950" u="none" cap="none" strike="noStrike">
                <a:solidFill>
                  <a:srgbClr val="FFFFFF"/>
                </a:solidFill>
                <a:latin typeface="Calibri"/>
                <a:ea typeface="Calibri"/>
                <a:cs typeface="Calibri"/>
                <a:sym typeface="Calibri"/>
              </a:rPr>
              <a:t>THU</a:t>
            </a:r>
            <a:endParaRPr/>
          </a:p>
        </p:txBody>
      </p:sp>
      <p:sp>
        <p:nvSpPr>
          <p:cNvPr id="176" name="Google Shape;176;p3"/>
          <p:cNvSpPr txBox="1"/>
          <p:nvPr/>
        </p:nvSpPr>
        <p:spPr>
          <a:xfrm>
            <a:off x="5696712" y="1517904"/>
            <a:ext cx="2743200" cy="310896"/>
          </a:xfrm>
          <a:prstGeom prst="rect">
            <a:avLst/>
          </a:prstGeom>
          <a:noFill/>
          <a:ln>
            <a:noFill/>
          </a:ln>
        </p:spPr>
        <p:txBody>
          <a:bodyPr anchorCtr="0" anchor="ctr" bIns="10950" lIns="0" spcFirstLastPara="1" rIns="0" wrap="square" tIns="10950">
            <a:spAutoFit/>
          </a:bodyPr>
          <a:lstStyle/>
          <a:p>
            <a:pPr indent="0" lvl="0" marL="0" marR="0" rtl="0" algn="l">
              <a:spcBef>
                <a:spcPts val="0"/>
              </a:spcBef>
              <a:spcAft>
                <a:spcPts val="0"/>
              </a:spcAft>
              <a:buNone/>
            </a:pPr>
            <a:r>
              <a:rPr b="1" i="0" lang="en-US" sz="1600" u="none" cap="none" strike="noStrike">
                <a:solidFill>
                  <a:srgbClr val="0B2A4A"/>
                </a:solidFill>
                <a:latin typeface="Cambria"/>
                <a:ea typeface="Cambria"/>
                <a:cs typeface="Cambria"/>
                <a:sym typeface="Cambria"/>
              </a:rPr>
              <a:t>Move forward with purpose</a:t>
            </a:r>
            <a:endParaRPr/>
          </a:p>
        </p:txBody>
      </p:sp>
      <p:sp>
        <p:nvSpPr>
          <p:cNvPr id="177" name="Google Shape;177;p3"/>
          <p:cNvSpPr/>
          <p:nvPr/>
        </p:nvSpPr>
        <p:spPr>
          <a:xfrm>
            <a:off x="4910328" y="2121408"/>
            <a:ext cx="68580" cy="68580"/>
          </a:xfrm>
          <a:prstGeom prst="roundRect">
            <a:avLst>
              <a:gd fmla="val 12000" name="adj"/>
            </a:avLst>
          </a:prstGeom>
          <a:solidFill>
            <a:srgbClr val="14A89A"/>
          </a:solidFill>
          <a:ln>
            <a:noFill/>
          </a:ln>
          <a:effectLst>
            <a:outerShdw blurRad="40000" rotWithShape="0" dir="5400000" dist="23000">
              <a:srgbClr val="000000">
                <a:alpha val="34902"/>
              </a:srgbClr>
            </a:outerShdw>
          </a:effectLst>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
        <p:nvSpPr>
          <p:cNvPr id="178" name="Google Shape;178;p3"/>
          <p:cNvSpPr txBox="1"/>
          <p:nvPr/>
        </p:nvSpPr>
        <p:spPr>
          <a:xfrm>
            <a:off x="5084064" y="2048256"/>
            <a:ext cx="3310128" cy="201168"/>
          </a:xfrm>
          <a:prstGeom prst="rect">
            <a:avLst/>
          </a:prstGeom>
          <a:noFill/>
          <a:ln>
            <a:noFill/>
          </a:ln>
        </p:spPr>
        <p:txBody>
          <a:bodyPr anchorCtr="0" anchor="ctr" bIns="10950" lIns="0" spcFirstLastPara="1" rIns="0" wrap="square" tIns="10950">
            <a:spAutoFit/>
          </a:bodyPr>
          <a:lstStyle/>
          <a:p>
            <a:pPr indent="0" lvl="0" marL="0" marR="0" rtl="0" algn="l">
              <a:spcBef>
                <a:spcPts val="0"/>
              </a:spcBef>
              <a:spcAft>
                <a:spcPts val="0"/>
              </a:spcAft>
              <a:buNone/>
            </a:pPr>
            <a:r>
              <a:rPr b="1" i="0" lang="en-US" sz="860" u="none" cap="none" strike="noStrike">
                <a:solidFill>
                  <a:srgbClr val="14A89A"/>
                </a:solidFill>
                <a:latin typeface="Calibri"/>
                <a:ea typeface="Calibri"/>
                <a:cs typeface="Calibri"/>
                <a:sym typeface="Calibri"/>
              </a:rPr>
              <a:t>DECISION PLANNED</a:t>
            </a:r>
            <a:endParaRPr/>
          </a:p>
        </p:txBody>
      </p:sp>
      <p:sp>
        <p:nvSpPr>
          <p:cNvPr id="179" name="Google Shape;179;p3"/>
          <p:cNvSpPr txBox="1"/>
          <p:nvPr/>
        </p:nvSpPr>
        <p:spPr>
          <a:xfrm>
            <a:off x="5084064" y="2276856"/>
            <a:ext cx="3255263" cy="484632"/>
          </a:xfrm>
          <a:prstGeom prst="rect">
            <a:avLst/>
          </a:prstGeom>
          <a:noFill/>
          <a:ln>
            <a:noFill/>
          </a:ln>
        </p:spPr>
        <p:txBody>
          <a:bodyPr anchorCtr="0" anchor="t" bIns="10950" lIns="0" spcFirstLastPara="1" rIns="0" wrap="square" tIns="10950">
            <a:spAutoFit/>
          </a:bodyPr>
          <a:lstStyle/>
          <a:p>
            <a:pPr indent="0" lvl="0" marL="0" marR="0" rtl="0" algn="l">
              <a:spcBef>
                <a:spcPts val="0"/>
              </a:spcBef>
              <a:spcAft>
                <a:spcPts val="0"/>
              </a:spcAft>
              <a:buNone/>
            </a:pPr>
            <a:r>
              <a:rPr b="0" i="0" lang="en-US" sz="1120" u="none" cap="none" strike="noStrike">
                <a:solidFill>
                  <a:srgbClr val="1F2D3D"/>
                </a:solidFill>
                <a:latin typeface="Calibri"/>
                <a:ea typeface="Calibri"/>
                <a:cs typeface="Calibri"/>
                <a:sym typeface="Calibri"/>
              </a:rPr>
              <a:t>Seek final go/no-go on adding CISO Assistant to the capstone.</a:t>
            </a:r>
            <a:endParaRPr/>
          </a:p>
        </p:txBody>
      </p:sp>
      <p:sp>
        <p:nvSpPr>
          <p:cNvPr id="180" name="Google Shape;180;p3"/>
          <p:cNvSpPr/>
          <p:nvPr/>
        </p:nvSpPr>
        <p:spPr>
          <a:xfrm>
            <a:off x="5084064" y="2770632"/>
            <a:ext cx="3273551" cy="914"/>
          </a:xfrm>
          <a:prstGeom prst="rect">
            <a:avLst/>
          </a:prstGeom>
          <a:solidFill>
            <a:srgbClr val="D5E5EF"/>
          </a:solidFill>
          <a:ln>
            <a:noFill/>
          </a:ln>
          <a:effectLst>
            <a:outerShdw blurRad="40000" rotWithShape="0" dir="5400000" dist="23000">
              <a:srgbClr val="000000">
                <a:alpha val="34902"/>
              </a:srgbClr>
            </a:outerShdw>
          </a:effectLst>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
        <p:nvSpPr>
          <p:cNvPr id="181" name="Google Shape;181;p3"/>
          <p:cNvSpPr/>
          <p:nvPr/>
        </p:nvSpPr>
        <p:spPr>
          <a:xfrm>
            <a:off x="4910328" y="2871216"/>
            <a:ext cx="68580" cy="68580"/>
          </a:xfrm>
          <a:prstGeom prst="roundRect">
            <a:avLst>
              <a:gd fmla="val 12000" name="adj"/>
            </a:avLst>
          </a:prstGeom>
          <a:solidFill>
            <a:srgbClr val="14A89A"/>
          </a:solidFill>
          <a:ln>
            <a:noFill/>
          </a:ln>
          <a:effectLst>
            <a:outerShdw blurRad="40000" rotWithShape="0" dir="5400000" dist="23000">
              <a:srgbClr val="000000">
                <a:alpha val="34902"/>
              </a:srgbClr>
            </a:outerShdw>
          </a:effectLst>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
        <p:nvSpPr>
          <p:cNvPr id="182" name="Google Shape;182;p3"/>
          <p:cNvSpPr txBox="1"/>
          <p:nvPr/>
        </p:nvSpPr>
        <p:spPr>
          <a:xfrm>
            <a:off x="5084064" y="2798064"/>
            <a:ext cx="3310128" cy="201168"/>
          </a:xfrm>
          <a:prstGeom prst="rect">
            <a:avLst/>
          </a:prstGeom>
          <a:noFill/>
          <a:ln>
            <a:noFill/>
          </a:ln>
        </p:spPr>
        <p:txBody>
          <a:bodyPr anchorCtr="0" anchor="ctr" bIns="10950" lIns="0" spcFirstLastPara="1" rIns="0" wrap="square" tIns="10950">
            <a:spAutoFit/>
          </a:bodyPr>
          <a:lstStyle/>
          <a:p>
            <a:pPr indent="0" lvl="0" marL="0" marR="0" rtl="0" algn="l">
              <a:spcBef>
                <a:spcPts val="0"/>
              </a:spcBef>
              <a:spcAft>
                <a:spcPts val="0"/>
              </a:spcAft>
              <a:buNone/>
            </a:pPr>
            <a:r>
              <a:rPr b="1" i="0" lang="en-US" sz="860" u="none" cap="none" strike="noStrike">
                <a:solidFill>
                  <a:srgbClr val="14A89A"/>
                </a:solidFill>
                <a:latin typeface="Calibri"/>
                <a:ea typeface="Calibri"/>
                <a:cs typeface="Calibri"/>
                <a:sym typeface="Calibri"/>
              </a:rPr>
              <a:t>IF APPROVED</a:t>
            </a:r>
            <a:endParaRPr/>
          </a:p>
        </p:txBody>
      </p:sp>
      <p:sp>
        <p:nvSpPr>
          <p:cNvPr id="183" name="Google Shape;183;p3"/>
          <p:cNvSpPr txBox="1"/>
          <p:nvPr/>
        </p:nvSpPr>
        <p:spPr>
          <a:xfrm>
            <a:off x="5084064" y="3026664"/>
            <a:ext cx="3255263" cy="484632"/>
          </a:xfrm>
          <a:prstGeom prst="rect">
            <a:avLst/>
          </a:prstGeom>
          <a:noFill/>
          <a:ln>
            <a:noFill/>
          </a:ln>
        </p:spPr>
        <p:txBody>
          <a:bodyPr anchorCtr="0" anchor="t" bIns="10950" lIns="0" spcFirstLastPara="1" rIns="0" wrap="square" tIns="10950">
            <a:spAutoFit/>
          </a:bodyPr>
          <a:lstStyle/>
          <a:p>
            <a:pPr indent="0" lvl="0" marL="0" marR="0" rtl="0" algn="l">
              <a:spcBef>
                <a:spcPts val="0"/>
              </a:spcBef>
              <a:spcAft>
                <a:spcPts val="0"/>
              </a:spcAft>
              <a:buNone/>
            </a:pPr>
            <a:r>
              <a:rPr b="0" i="0" lang="en-US" sz="1120" u="none" cap="none" strike="noStrike">
                <a:solidFill>
                  <a:srgbClr val="1F2D3D"/>
                </a:solidFill>
                <a:latin typeface="Calibri"/>
                <a:ea typeface="Calibri"/>
                <a:cs typeface="Calibri"/>
                <a:sym typeface="Calibri"/>
              </a:rPr>
              <a:t>Begin learning, setup and integration of the GRC dashboard.</a:t>
            </a:r>
            <a:endParaRPr/>
          </a:p>
        </p:txBody>
      </p:sp>
      <p:sp>
        <p:nvSpPr>
          <p:cNvPr id="184" name="Google Shape;184;p3"/>
          <p:cNvSpPr/>
          <p:nvPr/>
        </p:nvSpPr>
        <p:spPr>
          <a:xfrm>
            <a:off x="5084064" y="3520440"/>
            <a:ext cx="3273551" cy="914"/>
          </a:xfrm>
          <a:prstGeom prst="rect">
            <a:avLst/>
          </a:prstGeom>
          <a:solidFill>
            <a:srgbClr val="D5E5EF"/>
          </a:solidFill>
          <a:ln>
            <a:noFill/>
          </a:ln>
          <a:effectLst>
            <a:outerShdw blurRad="40000" rotWithShape="0" dir="5400000" dist="23000">
              <a:srgbClr val="000000">
                <a:alpha val="34902"/>
              </a:srgbClr>
            </a:outerShdw>
          </a:effectLst>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
        <p:nvSpPr>
          <p:cNvPr id="185" name="Google Shape;185;p3"/>
          <p:cNvSpPr/>
          <p:nvPr/>
        </p:nvSpPr>
        <p:spPr>
          <a:xfrm>
            <a:off x="4910328" y="3621024"/>
            <a:ext cx="68580" cy="68580"/>
          </a:xfrm>
          <a:prstGeom prst="roundRect">
            <a:avLst>
              <a:gd fmla="val 12000" name="adj"/>
            </a:avLst>
          </a:prstGeom>
          <a:solidFill>
            <a:srgbClr val="14A89A"/>
          </a:solidFill>
          <a:ln>
            <a:noFill/>
          </a:ln>
          <a:effectLst>
            <a:outerShdw blurRad="40000" rotWithShape="0" dir="5400000" dist="23000">
              <a:srgbClr val="000000">
                <a:alpha val="34902"/>
              </a:srgbClr>
            </a:outerShdw>
          </a:effectLst>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
        <p:nvSpPr>
          <p:cNvPr id="186" name="Google Shape;186;p3"/>
          <p:cNvSpPr txBox="1"/>
          <p:nvPr/>
        </p:nvSpPr>
        <p:spPr>
          <a:xfrm>
            <a:off x="5084064" y="3547872"/>
            <a:ext cx="3310128" cy="201168"/>
          </a:xfrm>
          <a:prstGeom prst="rect">
            <a:avLst/>
          </a:prstGeom>
          <a:noFill/>
          <a:ln>
            <a:noFill/>
          </a:ln>
        </p:spPr>
        <p:txBody>
          <a:bodyPr anchorCtr="0" anchor="ctr" bIns="10950" lIns="0" spcFirstLastPara="1" rIns="0" wrap="square" tIns="10950">
            <a:spAutoFit/>
          </a:bodyPr>
          <a:lstStyle/>
          <a:p>
            <a:pPr indent="0" lvl="0" marL="0" marR="0" rtl="0" algn="l">
              <a:spcBef>
                <a:spcPts val="0"/>
              </a:spcBef>
              <a:spcAft>
                <a:spcPts val="0"/>
              </a:spcAft>
              <a:buNone/>
            </a:pPr>
            <a:r>
              <a:rPr b="1" i="0" lang="en-US" sz="860" u="none" cap="none" strike="noStrike">
                <a:solidFill>
                  <a:srgbClr val="14A89A"/>
                </a:solidFill>
                <a:latin typeface="Calibri"/>
                <a:ea typeface="Calibri"/>
                <a:cs typeface="Calibri"/>
                <a:sym typeface="Calibri"/>
              </a:rPr>
              <a:t>COURSE + PROJECT</a:t>
            </a:r>
            <a:endParaRPr/>
          </a:p>
        </p:txBody>
      </p:sp>
      <p:sp>
        <p:nvSpPr>
          <p:cNvPr id="187" name="Google Shape;187;p3"/>
          <p:cNvSpPr txBox="1"/>
          <p:nvPr/>
        </p:nvSpPr>
        <p:spPr>
          <a:xfrm>
            <a:off x="5084064" y="3776472"/>
            <a:ext cx="3255263" cy="484632"/>
          </a:xfrm>
          <a:prstGeom prst="rect">
            <a:avLst/>
          </a:prstGeom>
          <a:noFill/>
          <a:ln>
            <a:noFill/>
          </a:ln>
        </p:spPr>
        <p:txBody>
          <a:bodyPr anchorCtr="0" anchor="t" bIns="10950" lIns="0" spcFirstLastPara="1" rIns="0" wrap="square" tIns="10950">
            <a:spAutoFit/>
          </a:bodyPr>
          <a:lstStyle/>
          <a:p>
            <a:pPr indent="0" lvl="0" marL="0" marR="0" rtl="0" algn="l">
              <a:spcBef>
                <a:spcPts val="0"/>
              </a:spcBef>
              <a:spcAft>
                <a:spcPts val="0"/>
              </a:spcAft>
              <a:buNone/>
            </a:pPr>
            <a:r>
              <a:rPr b="0" i="0" lang="en-US" sz="1120" u="none" cap="none" strike="noStrike">
                <a:solidFill>
                  <a:srgbClr val="1F2D3D"/>
                </a:solidFill>
                <a:latin typeface="Calibri"/>
                <a:ea typeface="Calibri"/>
                <a:cs typeface="Calibri"/>
                <a:sym typeface="Calibri"/>
              </a:rPr>
              <a:t>Continue and aim to finish IR tasks; address remaining project items.</a:t>
            </a:r>
            <a:endParaRPr/>
          </a:p>
        </p:txBody>
      </p:sp>
      <p:sp>
        <p:nvSpPr>
          <p:cNvPr id="188" name="Google Shape;188;p3"/>
          <p:cNvSpPr/>
          <p:nvPr/>
        </p:nvSpPr>
        <p:spPr>
          <a:xfrm>
            <a:off x="7662672" y="1051560"/>
            <a:ext cx="969264" cy="201168"/>
          </a:xfrm>
          <a:prstGeom prst="roundRect">
            <a:avLst>
              <a:gd fmla="val 12000" name="adj"/>
            </a:avLst>
          </a:prstGeom>
          <a:solidFill>
            <a:srgbClr val="FFF6E4"/>
          </a:solidFill>
          <a:ln cap="flat" cmpd="sng" w="9525">
            <a:solidFill>
              <a:srgbClr val="E89B0C"/>
            </a:solidFill>
            <a:prstDash val="solid"/>
            <a:round/>
            <a:headEnd len="sm" w="sm" type="none"/>
            <a:tailEnd len="sm" w="sm" type="none"/>
          </a:ln>
          <a:effectLst>
            <a:outerShdw blurRad="40000" rotWithShape="0" dir="5400000" dist="23000">
              <a:srgbClr val="000000">
                <a:alpha val="34902"/>
              </a:srgbClr>
            </a:outerShdw>
          </a:effectLst>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
        <p:nvSpPr>
          <p:cNvPr id="189" name="Google Shape;189;p3"/>
          <p:cNvSpPr txBox="1"/>
          <p:nvPr/>
        </p:nvSpPr>
        <p:spPr>
          <a:xfrm>
            <a:off x="7699248" y="1068933"/>
            <a:ext cx="877824" cy="118872"/>
          </a:xfrm>
          <a:prstGeom prst="rect">
            <a:avLst/>
          </a:prstGeom>
          <a:noFill/>
          <a:ln>
            <a:noFill/>
          </a:ln>
        </p:spPr>
        <p:txBody>
          <a:bodyPr anchorCtr="0" anchor="ctr" bIns="10950" lIns="0" spcFirstLastPara="1" rIns="0" wrap="square" tIns="10950">
            <a:spAutoFit/>
          </a:bodyPr>
          <a:lstStyle/>
          <a:p>
            <a:pPr indent="0" lvl="0" marL="0" marR="0" rtl="0" algn="ctr">
              <a:spcBef>
                <a:spcPts val="0"/>
              </a:spcBef>
              <a:spcAft>
                <a:spcPts val="0"/>
              </a:spcAft>
              <a:buNone/>
            </a:pPr>
            <a:r>
              <a:rPr b="1" i="0" lang="en-US" sz="770" u="none" cap="none" strike="noStrike">
                <a:solidFill>
                  <a:srgbClr val="E89B0C"/>
                </a:solidFill>
                <a:latin typeface="Calibri"/>
                <a:ea typeface="Calibri"/>
                <a:cs typeface="Calibri"/>
                <a:sym typeface="Calibri"/>
              </a:rPr>
              <a:t>THU = PLAN</a:t>
            </a:r>
            <a:endParaRPr/>
          </a:p>
        </p:txBody>
      </p:sp>
    </p:spTree>
  </p:cSld>
  <p:clrMapOvr>
    <a:masterClrMapping/>
  </p:clrMapOvr>
</p:sld>
</file>

<file path=ppt/slides/slide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EDF6FC"/>
        </a:solidFill>
      </p:bgPr>
    </p:bg>
    <p:spTree>
      <p:nvGrpSpPr>
        <p:cNvPr id="194" name="Shape 194"/>
        <p:cNvGrpSpPr/>
        <p:nvPr/>
      </p:nvGrpSpPr>
      <p:grpSpPr>
        <a:xfrm>
          <a:off x="0" y="0"/>
          <a:ext cx="0" cy="0"/>
          <a:chOff x="0" y="0"/>
          <a:chExt cx="0" cy="0"/>
        </a:xfrm>
      </p:grpSpPr>
      <p:sp>
        <p:nvSpPr>
          <p:cNvPr id="195" name="Google Shape;195;p4"/>
          <p:cNvSpPr/>
          <p:nvPr/>
        </p:nvSpPr>
        <p:spPr>
          <a:xfrm>
            <a:off x="0" y="0"/>
            <a:ext cx="9144000" cy="61264"/>
          </a:xfrm>
          <a:prstGeom prst="rect">
            <a:avLst/>
          </a:prstGeom>
          <a:solidFill>
            <a:srgbClr val="1565C0"/>
          </a:solidFill>
          <a:ln>
            <a:noFill/>
          </a:ln>
          <a:effectLst>
            <a:outerShdw blurRad="40000" rotWithShape="0" dir="5400000" dist="23000">
              <a:srgbClr val="000000">
                <a:alpha val="34902"/>
              </a:srgbClr>
            </a:outerShdw>
          </a:effectLst>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
        <p:nvSpPr>
          <p:cNvPr id="196" name="Google Shape;196;p4"/>
          <p:cNvSpPr/>
          <p:nvPr/>
        </p:nvSpPr>
        <p:spPr>
          <a:xfrm>
            <a:off x="0" y="61264"/>
            <a:ext cx="1828800" cy="25603"/>
          </a:xfrm>
          <a:prstGeom prst="rect">
            <a:avLst/>
          </a:prstGeom>
          <a:solidFill>
            <a:srgbClr val="14A89A"/>
          </a:solidFill>
          <a:ln>
            <a:noFill/>
          </a:ln>
          <a:effectLst>
            <a:outerShdw blurRad="40000" rotWithShape="0" dir="5400000" dist="23000">
              <a:srgbClr val="000000">
                <a:alpha val="34902"/>
              </a:srgbClr>
            </a:outerShdw>
          </a:effectLst>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
        <p:nvSpPr>
          <p:cNvPr id="197" name="Google Shape;197;p4"/>
          <p:cNvSpPr txBox="1"/>
          <p:nvPr/>
        </p:nvSpPr>
        <p:spPr>
          <a:xfrm>
            <a:off x="484632" y="246888"/>
            <a:ext cx="6400800" cy="182880"/>
          </a:xfrm>
          <a:prstGeom prst="rect">
            <a:avLst/>
          </a:prstGeom>
          <a:noFill/>
          <a:ln>
            <a:noFill/>
          </a:ln>
        </p:spPr>
        <p:txBody>
          <a:bodyPr anchorCtr="0" anchor="ctr" bIns="10950" lIns="0" spcFirstLastPara="1" rIns="0" wrap="square" tIns="10950">
            <a:spAutoFit/>
          </a:bodyPr>
          <a:lstStyle/>
          <a:p>
            <a:pPr indent="0" lvl="0" marL="0" marR="0" rtl="0" algn="l">
              <a:spcBef>
                <a:spcPts val="0"/>
              </a:spcBef>
              <a:spcAft>
                <a:spcPts val="0"/>
              </a:spcAft>
              <a:buNone/>
            </a:pPr>
            <a:r>
              <a:rPr b="1" i="0" lang="en-US" sz="900" u="none" cap="none" strike="noStrike">
                <a:solidFill>
                  <a:srgbClr val="14A89A"/>
                </a:solidFill>
                <a:latin typeface="Calibri"/>
                <a:ea typeface="Calibri"/>
                <a:cs typeface="Calibri"/>
                <a:sym typeface="Calibri"/>
              </a:rPr>
              <a:t>COURSEWORK IN FOCUS</a:t>
            </a:r>
            <a:endParaRPr/>
          </a:p>
        </p:txBody>
      </p:sp>
      <p:sp>
        <p:nvSpPr>
          <p:cNvPr id="198" name="Google Shape;198;p4"/>
          <p:cNvSpPr txBox="1"/>
          <p:nvPr/>
        </p:nvSpPr>
        <p:spPr>
          <a:xfrm>
            <a:off x="484632" y="502920"/>
            <a:ext cx="7680960" cy="429768"/>
          </a:xfrm>
          <a:prstGeom prst="rect">
            <a:avLst/>
          </a:prstGeom>
          <a:noFill/>
          <a:ln>
            <a:noFill/>
          </a:ln>
        </p:spPr>
        <p:txBody>
          <a:bodyPr anchorCtr="0" anchor="ctr" bIns="10950" lIns="0" spcFirstLastPara="1" rIns="0" wrap="square" tIns="10950">
            <a:spAutoFit/>
          </a:bodyPr>
          <a:lstStyle/>
          <a:p>
            <a:pPr indent="0" lvl="0" marL="0" marR="0" rtl="0" algn="l">
              <a:spcBef>
                <a:spcPts val="0"/>
              </a:spcBef>
              <a:spcAft>
                <a:spcPts val="0"/>
              </a:spcAft>
              <a:buNone/>
            </a:pPr>
            <a:r>
              <a:rPr b="1" i="0" lang="en-US" sz="2300" u="none" cap="none" strike="noStrike">
                <a:solidFill>
                  <a:srgbClr val="0B2A4A"/>
                </a:solidFill>
                <a:latin typeface="Cambria"/>
                <a:ea typeface="Cambria"/>
                <a:cs typeface="Cambria"/>
                <a:sym typeface="Cambria"/>
              </a:rPr>
              <a:t>IR 1: From containment to recovery</a:t>
            </a:r>
            <a:endParaRPr/>
          </a:p>
        </p:txBody>
      </p:sp>
      <p:sp>
        <p:nvSpPr>
          <p:cNvPr id="199" name="Google Shape;199;p4"/>
          <p:cNvSpPr txBox="1"/>
          <p:nvPr/>
        </p:nvSpPr>
        <p:spPr>
          <a:xfrm>
            <a:off x="493776" y="950976"/>
            <a:ext cx="7909560" cy="292608"/>
          </a:xfrm>
          <a:prstGeom prst="rect">
            <a:avLst/>
          </a:prstGeom>
          <a:noFill/>
          <a:ln>
            <a:noFill/>
          </a:ln>
        </p:spPr>
        <p:txBody>
          <a:bodyPr anchorCtr="0" anchor="ctr" bIns="10950" lIns="0" spcFirstLastPara="1" rIns="0" wrap="square" tIns="10950">
            <a:spAutoFit/>
          </a:bodyPr>
          <a:lstStyle/>
          <a:p>
            <a:pPr indent="0" lvl="0" marL="0" marR="0" rtl="0" algn="l">
              <a:spcBef>
                <a:spcPts val="0"/>
              </a:spcBef>
              <a:spcAft>
                <a:spcPts val="0"/>
              </a:spcAft>
              <a:buNone/>
            </a:pPr>
            <a:r>
              <a:rPr b="0" i="0" lang="en-US" sz="1080" u="none" cap="none" strike="noStrike">
                <a:solidFill>
                  <a:srgbClr val="52677A"/>
                </a:solidFill>
                <a:latin typeface="Calibri"/>
                <a:ea typeface="Calibri"/>
                <a:cs typeface="Calibri"/>
                <a:sym typeface="Calibri"/>
              </a:rPr>
              <a:t>The four task areas guiding this week’s work and next steps</a:t>
            </a:r>
            <a:endParaRPr/>
          </a:p>
        </p:txBody>
      </p:sp>
      <p:pic>
        <p:nvPicPr>
          <p:cNvPr descr="ref_logo_candidate_s20_p0.png" id="200" name="Google Shape;200;p4"/>
          <p:cNvPicPr preferRelativeResize="0"/>
          <p:nvPr/>
        </p:nvPicPr>
        <p:blipFill rotWithShape="1">
          <a:blip r:embed="rId3">
            <a:alphaModFix/>
          </a:blip>
          <a:srcRect b="0" l="0" r="0" t="0"/>
          <a:stretch/>
        </p:blipFill>
        <p:spPr>
          <a:xfrm>
            <a:off x="8028431" y="274320"/>
            <a:ext cx="658368" cy="234767"/>
          </a:xfrm>
          <a:prstGeom prst="rect">
            <a:avLst/>
          </a:prstGeom>
          <a:noFill/>
          <a:ln>
            <a:noFill/>
          </a:ln>
        </p:spPr>
      </p:pic>
      <p:sp>
        <p:nvSpPr>
          <p:cNvPr id="201" name="Google Shape;201;p4"/>
          <p:cNvSpPr/>
          <p:nvPr/>
        </p:nvSpPr>
        <p:spPr>
          <a:xfrm>
            <a:off x="484632" y="4791456"/>
            <a:ext cx="8174736" cy="4571"/>
          </a:xfrm>
          <a:prstGeom prst="rect">
            <a:avLst/>
          </a:prstGeom>
          <a:solidFill>
            <a:srgbClr val="D5E5EF"/>
          </a:solidFill>
          <a:ln>
            <a:noFill/>
          </a:ln>
          <a:effectLst>
            <a:outerShdw blurRad="40000" rotWithShape="0" dir="5400000" dist="23000">
              <a:srgbClr val="000000">
                <a:alpha val="34902"/>
              </a:srgbClr>
            </a:outerShdw>
          </a:effectLst>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
        <p:nvSpPr>
          <p:cNvPr id="202" name="Google Shape;202;p4"/>
          <p:cNvSpPr txBox="1"/>
          <p:nvPr/>
        </p:nvSpPr>
        <p:spPr>
          <a:xfrm>
            <a:off x="484632" y="4846320"/>
            <a:ext cx="7315200" cy="137160"/>
          </a:xfrm>
          <a:prstGeom prst="rect">
            <a:avLst/>
          </a:prstGeom>
          <a:noFill/>
          <a:ln>
            <a:noFill/>
          </a:ln>
        </p:spPr>
        <p:txBody>
          <a:bodyPr anchorCtr="0" anchor="ctr" bIns="10950" lIns="0" spcFirstLastPara="1" rIns="0" wrap="square" tIns="10950">
            <a:spAutoFit/>
          </a:bodyPr>
          <a:lstStyle/>
          <a:p>
            <a:pPr indent="0" lvl="0" marL="0" marR="0" rtl="0" algn="l">
              <a:spcBef>
                <a:spcPts val="0"/>
              </a:spcBef>
              <a:spcAft>
                <a:spcPts val="0"/>
              </a:spcAft>
              <a:buNone/>
            </a:pPr>
            <a:r>
              <a:rPr b="0" i="0" lang="en-US" sz="750" u="none" cap="none" strike="noStrike">
                <a:solidFill>
                  <a:srgbClr val="6D8293"/>
                </a:solidFill>
                <a:latin typeface="Calibri"/>
                <a:ea typeface="Calibri"/>
                <a:cs typeface="Calibri"/>
                <a:sym typeface="Calibri"/>
              </a:rPr>
              <a:t>CARE ACCESS NAVIGATOR  ·  HRMC  ·  SEMESTER 5 / WEEK 3</a:t>
            </a:r>
            <a:endParaRPr/>
          </a:p>
        </p:txBody>
      </p:sp>
      <p:sp>
        <p:nvSpPr>
          <p:cNvPr id="203" name="Google Shape;203;p4"/>
          <p:cNvSpPr txBox="1"/>
          <p:nvPr/>
        </p:nvSpPr>
        <p:spPr>
          <a:xfrm>
            <a:off x="8366760" y="4837176"/>
            <a:ext cx="274320" cy="155448"/>
          </a:xfrm>
          <a:prstGeom prst="rect">
            <a:avLst/>
          </a:prstGeom>
          <a:noFill/>
          <a:ln>
            <a:noFill/>
          </a:ln>
        </p:spPr>
        <p:txBody>
          <a:bodyPr anchorCtr="0" anchor="ctr" bIns="10950" lIns="0" spcFirstLastPara="1" rIns="0" wrap="square" tIns="10950">
            <a:spAutoFit/>
          </a:bodyPr>
          <a:lstStyle/>
          <a:p>
            <a:pPr indent="0" lvl="0" marL="0" marR="0" rtl="0" algn="r">
              <a:spcBef>
                <a:spcPts val="0"/>
              </a:spcBef>
              <a:spcAft>
                <a:spcPts val="0"/>
              </a:spcAft>
              <a:buNone/>
            </a:pPr>
            <a:r>
              <a:rPr b="0" i="0" lang="en-US" sz="800" u="none" cap="none" strike="noStrike">
                <a:solidFill>
                  <a:srgbClr val="6D8293"/>
                </a:solidFill>
                <a:latin typeface="Calibri"/>
                <a:ea typeface="Calibri"/>
                <a:cs typeface="Calibri"/>
                <a:sym typeface="Calibri"/>
              </a:rPr>
              <a:t>4</a:t>
            </a:r>
            <a:endParaRPr/>
          </a:p>
        </p:txBody>
      </p:sp>
      <p:sp>
        <p:nvSpPr>
          <p:cNvPr id="204" name="Google Shape;204;p4"/>
          <p:cNvSpPr/>
          <p:nvPr/>
        </p:nvSpPr>
        <p:spPr>
          <a:xfrm>
            <a:off x="484632" y="1316736"/>
            <a:ext cx="3931920" cy="1088136"/>
          </a:xfrm>
          <a:prstGeom prst="roundRect">
            <a:avLst>
              <a:gd fmla="val 12000" name="adj"/>
            </a:avLst>
          </a:prstGeom>
          <a:solidFill>
            <a:srgbClr val="FFFFFF"/>
          </a:solidFill>
          <a:ln cap="flat" cmpd="sng" w="9525">
            <a:solidFill>
              <a:srgbClr val="D5E5EF"/>
            </a:solidFill>
            <a:prstDash val="solid"/>
            <a:round/>
            <a:headEnd len="sm" w="sm" type="none"/>
            <a:tailEnd len="sm" w="sm" type="none"/>
          </a:ln>
          <a:effectLst>
            <a:outerShdw blurRad="40000" rotWithShape="0" dir="5400000" dist="23000">
              <a:srgbClr val="000000">
                <a:alpha val="34902"/>
              </a:srgbClr>
            </a:outerShdw>
          </a:effectLst>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
        <p:nvSpPr>
          <p:cNvPr id="205" name="Google Shape;205;p4"/>
          <p:cNvSpPr/>
          <p:nvPr/>
        </p:nvSpPr>
        <p:spPr>
          <a:xfrm>
            <a:off x="621792" y="1490472"/>
            <a:ext cx="521207" cy="521207"/>
          </a:xfrm>
          <a:prstGeom prst="roundRect">
            <a:avLst>
              <a:gd fmla="val 12000" name="adj"/>
            </a:avLst>
          </a:prstGeom>
          <a:solidFill>
            <a:srgbClr val="E5F3FD"/>
          </a:solidFill>
          <a:ln>
            <a:noFill/>
          </a:ln>
          <a:effectLst>
            <a:outerShdw blurRad="40000" rotWithShape="0" dir="5400000" dist="23000">
              <a:srgbClr val="000000">
                <a:alpha val="34902"/>
              </a:srgbClr>
            </a:outerShdw>
          </a:effectLst>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
        <p:nvSpPr>
          <p:cNvPr id="206" name="Google Shape;206;p4"/>
          <p:cNvSpPr txBox="1"/>
          <p:nvPr/>
        </p:nvSpPr>
        <p:spPr>
          <a:xfrm>
            <a:off x="649224" y="1581912"/>
            <a:ext cx="466344" cy="256032"/>
          </a:xfrm>
          <a:prstGeom prst="rect">
            <a:avLst/>
          </a:prstGeom>
          <a:noFill/>
          <a:ln>
            <a:noFill/>
          </a:ln>
        </p:spPr>
        <p:txBody>
          <a:bodyPr anchorCtr="0" anchor="ctr" bIns="10950" lIns="0" spcFirstLastPara="1" rIns="0" wrap="square" tIns="10950">
            <a:spAutoFit/>
          </a:bodyPr>
          <a:lstStyle/>
          <a:p>
            <a:pPr indent="0" lvl="0" marL="0" marR="0" rtl="0" algn="ctr">
              <a:spcBef>
                <a:spcPts val="0"/>
              </a:spcBef>
              <a:spcAft>
                <a:spcPts val="0"/>
              </a:spcAft>
              <a:buNone/>
            </a:pPr>
            <a:r>
              <a:rPr b="1" i="0" lang="en-US" sz="1500" u="none" cap="none" strike="noStrike">
                <a:solidFill>
                  <a:srgbClr val="1565C0"/>
                </a:solidFill>
                <a:latin typeface="Cambria"/>
                <a:ea typeface="Cambria"/>
                <a:cs typeface="Cambria"/>
                <a:sym typeface="Cambria"/>
              </a:rPr>
              <a:t>03</a:t>
            </a:r>
            <a:endParaRPr/>
          </a:p>
        </p:txBody>
      </p:sp>
      <p:sp>
        <p:nvSpPr>
          <p:cNvPr id="207" name="Google Shape;207;p4"/>
          <p:cNvSpPr txBox="1"/>
          <p:nvPr/>
        </p:nvSpPr>
        <p:spPr>
          <a:xfrm>
            <a:off x="1298448" y="1453895"/>
            <a:ext cx="2907792" cy="265176"/>
          </a:xfrm>
          <a:prstGeom prst="rect">
            <a:avLst/>
          </a:prstGeom>
          <a:noFill/>
          <a:ln>
            <a:noFill/>
          </a:ln>
        </p:spPr>
        <p:txBody>
          <a:bodyPr anchorCtr="0" anchor="ctr" bIns="10950" lIns="0" spcFirstLastPara="1" rIns="0" wrap="square" tIns="10950">
            <a:spAutoFit/>
          </a:bodyPr>
          <a:lstStyle/>
          <a:p>
            <a:pPr indent="0" lvl="0" marL="0" marR="0" rtl="0" algn="l">
              <a:spcBef>
                <a:spcPts val="0"/>
              </a:spcBef>
              <a:spcAft>
                <a:spcPts val="0"/>
              </a:spcAft>
              <a:buNone/>
            </a:pPr>
            <a:r>
              <a:rPr b="1" i="0" lang="en-US" sz="1330" u="none" cap="none" strike="noStrike">
                <a:solidFill>
                  <a:srgbClr val="0B2A4A"/>
                </a:solidFill>
                <a:latin typeface="Calibri"/>
                <a:ea typeface="Calibri"/>
                <a:cs typeface="Calibri"/>
                <a:sym typeface="Calibri"/>
              </a:rPr>
              <a:t>Contain + preserve</a:t>
            </a:r>
            <a:endParaRPr/>
          </a:p>
        </p:txBody>
      </p:sp>
      <p:sp>
        <p:nvSpPr>
          <p:cNvPr id="208" name="Google Shape;208;p4"/>
          <p:cNvSpPr txBox="1"/>
          <p:nvPr/>
        </p:nvSpPr>
        <p:spPr>
          <a:xfrm>
            <a:off x="1298448" y="1764792"/>
            <a:ext cx="2880360" cy="521207"/>
          </a:xfrm>
          <a:prstGeom prst="rect">
            <a:avLst/>
          </a:prstGeom>
          <a:noFill/>
          <a:ln>
            <a:noFill/>
          </a:ln>
        </p:spPr>
        <p:txBody>
          <a:bodyPr anchorCtr="0" anchor="t" bIns="10950" lIns="0" spcFirstLastPara="1" rIns="0" wrap="square" tIns="10950">
            <a:spAutoFit/>
          </a:bodyPr>
          <a:lstStyle/>
          <a:p>
            <a:pPr indent="0" lvl="0" marL="0" marR="0" rtl="0" algn="l">
              <a:spcBef>
                <a:spcPts val="0"/>
              </a:spcBef>
              <a:spcAft>
                <a:spcPts val="0"/>
              </a:spcAft>
              <a:buNone/>
            </a:pPr>
            <a:r>
              <a:rPr b="0" i="0" lang="en-US" sz="1060" u="none" cap="none" strike="noStrike">
                <a:solidFill>
                  <a:srgbClr val="52677A"/>
                </a:solidFill>
                <a:latin typeface="Calibri"/>
                <a:ea typeface="Calibri"/>
                <a:cs typeface="Calibri"/>
                <a:sym typeface="Calibri"/>
              </a:rPr>
              <a:t>Parrot OS isolation, firewall rules, VirtualBox segmentation, basic evidence capture.</a:t>
            </a:r>
            <a:endParaRPr/>
          </a:p>
        </p:txBody>
      </p:sp>
      <p:sp>
        <p:nvSpPr>
          <p:cNvPr id="209" name="Google Shape;209;p4"/>
          <p:cNvSpPr/>
          <p:nvPr/>
        </p:nvSpPr>
        <p:spPr>
          <a:xfrm>
            <a:off x="4718304" y="1316736"/>
            <a:ext cx="3931920" cy="1088136"/>
          </a:xfrm>
          <a:prstGeom prst="roundRect">
            <a:avLst>
              <a:gd fmla="val 12000" name="adj"/>
            </a:avLst>
          </a:prstGeom>
          <a:solidFill>
            <a:srgbClr val="FFFFFF"/>
          </a:solidFill>
          <a:ln cap="flat" cmpd="sng" w="9525">
            <a:solidFill>
              <a:srgbClr val="D5E5EF"/>
            </a:solidFill>
            <a:prstDash val="solid"/>
            <a:round/>
            <a:headEnd len="sm" w="sm" type="none"/>
            <a:tailEnd len="sm" w="sm" type="none"/>
          </a:ln>
          <a:effectLst>
            <a:outerShdw blurRad="40000" rotWithShape="0" dir="5400000" dist="23000">
              <a:srgbClr val="000000">
                <a:alpha val="34902"/>
              </a:srgbClr>
            </a:outerShdw>
          </a:effectLst>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
        <p:nvSpPr>
          <p:cNvPr id="210" name="Google Shape;210;p4"/>
          <p:cNvSpPr/>
          <p:nvPr/>
        </p:nvSpPr>
        <p:spPr>
          <a:xfrm>
            <a:off x="4855464" y="1490472"/>
            <a:ext cx="521207" cy="521207"/>
          </a:xfrm>
          <a:prstGeom prst="roundRect">
            <a:avLst>
              <a:gd fmla="val 12000" name="adj"/>
            </a:avLst>
          </a:prstGeom>
          <a:solidFill>
            <a:srgbClr val="E9F7F5"/>
          </a:solidFill>
          <a:ln>
            <a:noFill/>
          </a:ln>
          <a:effectLst>
            <a:outerShdw blurRad="40000" rotWithShape="0" dir="5400000" dist="23000">
              <a:srgbClr val="000000">
                <a:alpha val="34902"/>
              </a:srgbClr>
            </a:outerShdw>
          </a:effectLst>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
        <p:nvSpPr>
          <p:cNvPr id="211" name="Google Shape;211;p4"/>
          <p:cNvSpPr txBox="1"/>
          <p:nvPr/>
        </p:nvSpPr>
        <p:spPr>
          <a:xfrm>
            <a:off x="4882896" y="1581912"/>
            <a:ext cx="466344" cy="256032"/>
          </a:xfrm>
          <a:prstGeom prst="rect">
            <a:avLst/>
          </a:prstGeom>
          <a:noFill/>
          <a:ln>
            <a:noFill/>
          </a:ln>
        </p:spPr>
        <p:txBody>
          <a:bodyPr anchorCtr="0" anchor="ctr" bIns="10950" lIns="0" spcFirstLastPara="1" rIns="0" wrap="square" tIns="10950">
            <a:spAutoFit/>
          </a:bodyPr>
          <a:lstStyle/>
          <a:p>
            <a:pPr indent="0" lvl="0" marL="0" marR="0" rtl="0" algn="ctr">
              <a:spcBef>
                <a:spcPts val="0"/>
              </a:spcBef>
              <a:spcAft>
                <a:spcPts val="0"/>
              </a:spcAft>
              <a:buNone/>
            </a:pPr>
            <a:r>
              <a:rPr b="1" i="0" lang="en-US" sz="1500" u="none" cap="none" strike="noStrike">
                <a:solidFill>
                  <a:srgbClr val="14A89A"/>
                </a:solidFill>
                <a:latin typeface="Cambria"/>
                <a:ea typeface="Cambria"/>
                <a:cs typeface="Cambria"/>
                <a:sym typeface="Cambria"/>
              </a:rPr>
              <a:t>04</a:t>
            </a:r>
            <a:endParaRPr/>
          </a:p>
        </p:txBody>
      </p:sp>
      <p:sp>
        <p:nvSpPr>
          <p:cNvPr id="212" name="Google Shape;212;p4"/>
          <p:cNvSpPr txBox="1"/>
          <p:nvPr/>
        </p:nvSpPr>
        <p:spPr>
          <a:xfrm>
            <a:off x="5532120" y="1453895"/>
            <a:ext cx="2907792" cy="265176"/>
          </a:xfrm>
          <a:prstGeom prst="rect">
            <a:avLst/>
          </a:prstGeom>
          <a:noFill/>
          <a:ln>
            <a:noFill/>
          </a:ln>
        </p:spPr>
        <p:txBody>
          <a:bodyPr anchorCtr="0" anchor="ctr" bIns="10950" lIns="0" spcFirstLastPara="1" rIns="0" wrap="square" tIns="10950">
            <a:spAutoFit/>
          </a:bodyPr>
          <a:lstStyle/>
          <a:p>
            <a:pPr indent="0" lvl="0" marL="0" marR="0" rtl="0" algn="l">
              <a:spcBef>
                <a:spcPts val="0"/>
              </a:spcBef>
              <a:spcAft>
                <a:spcPts val="0"/>
              </a:spcAft>
              <a:buNone/>
            </a:pPr>
            <a:r>
              <a:rPr b="1" i="0" lang="en-US" sz="1330" u="none" cap="none" strike="noStrike">
                <a:solidFill>
                  <a:srgbClr val="0B2A4A"/>
                </a:solidFill>
                <a:latin typeface="Calibri"/>
                <a:ea typeface="Calibri"/>
                <a:cs typeface="Calibri"/>
                <a:sym typeface="Calibri"/>
              </a:rPr>
              <a:t>Manage digital evidence</a:t>
            </a:r>
            <a:endParaRPr/>
          </a:p>
        </p:txBody>
      </p:sp>
      <p:sp>
        <p:nvSpPr>
          <p:cNvPr id="213" name="Google Shape;213;p4"/>
          <p:cNvSpPr txBox="1"/>
          <p:nvPr/>
        </p:nvSpPr>
        <p:spPr>
          <a:xfrm>
            <a:off x="5532120" y="1764792"/>
            <a:ext cx="2880360" cy="521207"/>
          </a:xfrm>
          <a:prstGeom prst="rect">
            <a:avLst/>
          </a:prstGeom>
          <a:noFill/>
          <a:ln>
            <a:noFill/>
          </a:ln>
        </p:spPr>
        <p:txBody>
          <a:bodyPr anchorCtr="0" anchor="t" bIns="10950" lIns="0" spcFirstLastPara="1" rIns="0" wrap="square" tIns="10950">
            <a:spAutoFit/>
          </a:bodyPr>
          <a:lstStyle/>
          <a:p>
            <a:pPr indent="0" lvl="0" marL="0" marR="0" rtl="0" algn="l">
              <a:spcBef>
                <a:spcPts val="0"/>
              </a:spcBef>
              <a:spcAft>
                <a:spcPts val="0"/>
              </a:spcAft>
              <a:buNone/>
            </a:pPr>
            <a:r>
              <a:rPr b="0" i="0" lang="en-US" sz="1060" u="none" cap="none" strike="noStrike">
                <a:solidFill>
                  <a:srgbClr val="52677A"/>
                </a:solidFill>
                <a:latin typeface="Calibri"/>
                <a:ea typeface="Calibri"/>
                <a:cs typeface="Calibri"/>
                <a:sym typeface="Calibri"/>
              </a:rPr>
              <a:t>Live process/network capture, Volatility, disk imaging, custody records and timelines.</a:t>
            </a:r>
            <a:endParaRPr/>
          </a:p>
        </p:txBody>
      </p:sp>
      <p:sp>
        <p:nvSpPr>
          <p:cNvPr id="214" name="Google Shape;214;p4"/>
          <p:cNvSpPr/>
          <p:nvPr/>
        </p:nvSpPr>
        <p:spPr>
          <a:xfrm>
            <a:off x="484632" y="2542032"/>
            <a:ext cx="3931920" cy="1088136"/>
          </a:xfrm>
          <a:prstGeom prst="roundRect">
            <a:avLst>
              <a:gd fmla="val 12000" name="adj"/>
            </a:avLst>
          </a:prstGeom>
          <a:solidFill>
            <a:srgbClr val="FFFFFF"/>
          </a:solidFill>
          <a:ln cap="flat" cmpd="sng" w="9525">
            <a:solidFill>
              <a:srgbClr val="D5E5EF"/>
            </a:solidFill>
            <a:prstDash val="solid"/>
            <a:round/>
            <a:headEnd len="sm" w="sm" type="none"/>
            <a:tailEnd len="sm" w="sm" type="none"/>
          </a:ln>
          <a:effectLst>
            <a:outerShdw blurRad="40000" rotWithShape="0" dir="5400000" dist="23000">
              <a:srgbClr val="000000">
                <a:alpha val="34902"/>
              </a:srgbClr>
            </a:outerShdw>
          </a:effectLst>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
        <p:nvSpPr>
          <p:cNvPr id="215" name="Google Shape;215;p4"/>
          <p:cNvSpPr/>
          <p:nvPr/>
        </p:nvSpPr>
        <p:spPr>
          <a:xfrm>
            <a:off x="621792" y="2715768"/>
            <a:ext cx="521207" cy="521207"/>
          </a:xfrm>
          <a:prstGeom prst="roundRect">
            <a:avLst>
              <a:gd fmla="val 12000" name="adj"/>
            </a:avLst>
          </a:prstGeom>
          <a:solidFill>
            <a:srgbClr val="FFF6E4"/>
          </a:solidFill>
          <a:ln>
            <a:noFill/>
          </a:ln>
          <a:effectLst>
            <a:outerShdw blurRad="40000" rotWithShape="0" dir="5400000" dist="23000">
              <a:srgbClr val="000000">
                <a:alpha val="34902"/>
              </a:srgbClr>
            </a:outerShdw>
          </a:effectLst>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
        <p:nvSpPr>
          <p:cNvPr id="216" name="Google Shape;216;p4"/>
          <p:cNvSpPr txBox="1"/>
          <p:nvPr/>
        </p:nvSpPr>
        <p:spPr>
          <a:xfrm>
            <a:off x="649224" y="2807208"/>
            <a:ext cx="466344" cy="256032"/>
          </a:xfrm>
          <a:prstGeom prst="rect">
            <a:avLst/>
          </a:prstGeom>
          <a:noFill/>
          <a:ln>
            <a:noFill/>
          </a:ln>
        </p:spPr>
        <p:txBody>
          <a:bodyPr anchorCtr="0" anchor="ctr" bIns="10950" lIns="0" spcFirstLastPara="1" rIns="0" wrap="square" tIns="10950">
            <a:spAutoFit/>
          </a:bodyPr>
          <a:lstStyle/>
          <a:p>
            <a:pPr indent="0" lvl="0" marL="0" marR="0" rtl="0" algn="ctr">
              <a:spcBef>
                <a:spcPts val="0"/>
              </a:spcBef>
              <a:spcAft>
                <a:spcPts val="0"/>
              </a:spcAft>
              <a:buNone/>
            </a:pPr>
            <a:r>
              <a:rPr b="1" i="0" lang="en-US" sz="1500" u="none" cap="none" strike="noStrike">
                <a:solidFill>
                  <a:srgbClr val="E89B0C"/>
                </a:solidFill>
                <a:latin typeface="Cambria"/>
                <a:ea typeface="Cambria"/>
                <a:cs typeface="Cambria"/>
                <a:sym typeface="Cambria"/>
              </a:rPr>
              <a:t>05</a:t>
            </a:r>
            <a:endParaRPr/>
          </a:p>
        </p:txBody>
      </p:sp>
      <p:sp>
        <p:nvSpPr>
          <p:cNvPr id="217" name="Google Shape;217;p4"/>
          <p:cNvSpPr txBox="1"/>
          <p:nvPr/>
        </p:nvSpPr>
        <p:spPr>
          <a:xfrm>
            <a:off x="1298448" y="2679191"/>
            <a:ext cx="2907792" cy="265176"/>
          </a:xfrm>
          <a:prstGeom prst="rect">
            <a:avLst/>
          </a:prstGeom>
          <a:noFill/>
          <a:ln>
            <a:noFill/>
          </a:ln>
        </p:spPr>
        <p:txBody>
          <a:bodyPr anchorCtr="0" anchor="ctr" bIns="10950" lIns="0" spcFirstLastPara="1" rIns="0" wrap="square" tIns="10950">
            <a:spAutoFit/>
          </a:bodyPr>
          <a:lstStyle/>
          <a:p>
            <a:pPr indent="0" lvl="0" marL="0" marR="0" rtl="0" algn="l">
              <a:spcBef>
                <a:spcPts val="0"/>
              </a:spcBef>
              <a:spcAft>
                <a:spcPts val="0"/>
              </a:spcAft>
              <a:buNone/>
            </a:pPr>
            <a:r>
              <a:rPr b="1" i="0" lang="en-US" sz="1330" u="none" cap="none" strike="noStrike">
                <a:solidFill>
                  <a:srgbClr val="0B2A4A"/>
                </a:solidFill>
                <a:latin typeface="Calibri"/>
                <a:ea typeface="Calibri"/>
                <a:cs typeface="Calibri"/>
                <a:sym typeface="Calibri"/>
              </a:rPr>
              <a:t>Document + report</a:t>
            </a:r>
            <a:endParaRPr/>
          </a:p>
        </p:txBody>
      </p:sp>
      <p:sp>
        <p:nvSpPr>
          <p:cNvPr id="218" name="Google Shape;218;p4"/>
          <p:cNvSpPr txBox="1"/>
          <p:nvPr/>
        </p:nvSpPr>
        <p:spPr>
          <a:xfrm>
            <a:off x="1298448" y="2990087"/>
            <a:ext cx="2880360" cy="521207"/>
          </a:xfrm>
          <a:prstGeom prst="rect">
            <a:avLst/>
          </a:prstGeom>
          <a:noFill/>
          <a:ln>
            <a:noFill/>
          </a:ln>
        </p:spPr>
        <p:txBody>
          <a:bodyPr anchorCtr="0" anchor="t" bIns="10950" lIns="0" spcFirstLastPara="1" rIns="0" wrap="square" tIns="10950">
            <a:spAutoFit/>
          </a:bodyPr>
          <a:lstStyle/>
          <a:p>
            <a:pPr indent="0" lvl="0" marL="0" marR="0" rtl="0" algn="l">
              <a:spcBef>
                <a:spcPts val="0"/>
              </a:spcBef>
              <a:spcAft>
                <a:spcPts val="0"/>
              </a:spcAft>
              <a:buNone/>
            </a:pPr>
            <a:r>
              <a:rPr b="0" i="0" lang="en-US" sz="1060" u="none" cap="none" strike="noStrike">
                <a:solidFill>
                  <a:srgbClr val="52677A"/>
                </a:solidFill>
                <a:latin typeface="Calibri"/>
                <a:ea typeface="Calibri"/>
                <a:cs typeface="Calibri"/>
                <a:sym typeface="Calibri"/>
              </a:rPr>
              <a:t>IR playbook, incident tracking, one full incident report and tool procedures.</a:t>
            </a:r>
            <a:endParaRPr/>
          </a:p>
        </p:txBody>
      </p:sp>
      <p:sp>
        <p:nvSpPr>
          <p:cNvPr id="219" name="Google Shape;219;p4"/>
          <p:cNvSpPr/>
          <p:nvPr/>
        </p:nvSpPr>
        <p:spPr>
          <a:xfrm>
            <a:off x="4718304" y="2542032"/>
            <a:ext cx="3931920" cy="1088136"/>
          </a:xfrm>
          <a:prstGeom prst="roundRect">
            <a:avLst>
              <a:gd fmla="val 12000" name="adj"/>
            </a:avLst>
          </a:prstGeom>
          <a:solidFill>
            <a:srgbClr val="FFFFFF"/>
          </a:solidFill>
          <a:ln cap="flat" cmpd="sng" w="9525">
            <a:solidFill>
              <a:srgbClr val="D5E5EF"/>
            </a:solidFill>
            <a:prstDash val="solid"/>
            <a:round/>
            <a:headEnd len="sm" w="sm" type="none"/>
            <a:tailEnd len="sm" w="sm" type="none"/>
          </a:ln>
          <a:effectLst>
            <a:outerShdw blurRad="40000" rotWithShape="0" dir="5400000" dist="23000">
              <a:srgbClr val="000000">
                <a:alpha val="34902"/>
              </a:srgbClr>
            </a:outerShdw>
          </a:effectLst>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
        <p:nvSpPr>
          <p:cNvPr id="220" name="Google Shape;220;p4"/>
          <p:cNvSpPr/>
          <p:nvPr/>
        </p:nvSpPr>
        <p:spPr>
          <a:xfrm>
            <a:off x="4855464" y="2715768"/>
            <a:ext cx="521207" cy="521207"/>
          </a:xfrm>
          <a:prstGeom prst="roundRect">
            <a:avLst>
              <a:gd fmla="val 12000" name="adj"/>
            </a:avLst>
          </a:prstGeom>
          <a:solidFill>
            <a:srgbClr val="FCEFF2"/>
          </a:solidFill>
          <a:ln>
            <a:noFill/>
          </a:ln>
          <a:effectLst>
            <a:outerShdw blurRad="40000" rotWithShape="0" dir="5400000" dist="23000">
              <a:srgbClr val="000000">
                <a:alpha val="34902"/>
              </a:srgbClr>
            </a:outerShdw>
          </a:effectLst>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
        <p:nvSpPr>
          <p:cNvPr id="221" name="Google Shape;221;p4"/>
          <p:cNvSpPr txBox="1"/>
          <p:nvPr/>
        </p:nvSpPr>
        <p:spPr>
          <a:xfrm>
            <a:off x="4882896" y="2807208"/>
            <a:ext cx="466344" cy="256032"/>
          </a:xfrm>
          <a:prstGeom prst="rect">
            <a:avLst/>
          </a:prstGeom>
          <a:noFill/>
          <a:ln>
            <a:noFill/>
          </a:ln>
        </p:spPr>
        <p:txBody>
          <a:bodyPr anchorCtr="0" anchor="ctr" bIns="10950" lIns="0" spcFirstLastPara="1" rIns="0" wrap="square" tIns="10950">
            <a:spAutoFit/>
          </a:bodyPr>
          <a:lstStyle/>
          <a:p>
            <a:pPr indent="0" lvl="0" marL="0" marR="0" rtl="0" algn="ctr">
              <a:spcBef>
                <a:spcPts val="0"/>
              </a:spcBef>
              <a:spcAft>
                <a:spcPts val="0"/>
              </a:spcAft>
              <a:buNone/>
            </a:pPr>
            <a:r>
              <a:rPr b="1" i="0" lang="en-US" sz="1500" u="none" cap="none" strike="noStrike">
                <a:solidFill>
                  <a:srgbClr val="C0485E"/>
                </a:solidFill>
                <a:latin typeface="Cambria"/>
                <a:ea typeface="Cambria"/>
                <a:cs typeface="Cambria"/>
                <a:sym typeface="Cambria"/>
              </a:rPr>
              <a:t>06</a:t>
            </a:r>
            <a:endParaRPr/>
          </a:p>
        </p:txBody>
      </p:sp>
      <p:sp>
        <p:nvSpPr>
          <p:cNvPr id="222" name="Google Shape;222;p4"/>
          <p:cNvSpPr txBox="1"/>
          <p:nvPr/>
        </p:nvSpPr>
        <p:spPr>
          <a:xfrm>
            <a:off x="5532120" y="2679191"/>
            <a:ext cx="2907792" cy="265176"/>
          </a:xfrm>
          <a:prstGeom prst="rect">
            <a:avLst/>
          </a:prstGeom>
          <a:noFill/>
          <a:ln>
            <a:noFill/>
          </a:ln>
        </p:spPr>
        <p:txBody>
          <a:bodyPr anchorCtr="0" anchor="ctr" bIns="10950" lIns="0" spcFirstLastPara="1" rIns="0" wrap="square" tIns="10950">
            <a:spAutoFit/>
          </a:bodyPr>
          <a:lstStyle/>
          <a:p>
            <a:pPr indent="0" lvl="0" marL="0" marR="0" rtl="0" algn="l">
              <a:spcBef>
                <a:spcPts val="0"/>
              </a:spcBef>
              <a:spcAft>
                <a:spcPts val="0"/>
              </a:spcAft>
              <a:buNone/>
            </a:pPr>
            <a:r>
              <a:rPr b="1" i="0" lang="en-US" sz="1330" u="none" cap="none" strike="noStrike">
                <a:solidFill>
                  <a:srgbClr val="0B2A4A"/>
                </a:solidFill>
                <a:latin typeface="Calibri"/>
                <a:ea typeface="Calibri"/>
                <a:cs typeface="Calibri"/>
                <a:sym typeface="Calibri"/>
              </a:rPr>
              <a:t>Recover + improve</a:t>
            </a:r>
            <a:endParaRPr/>
          </a:p>
        </p:txBody>
      </p:sp>
      <p:sp>
        <p:nvSpPr>
          <p:cNvPr id="223" name="Google Shape;223;p4"/>
          <p:cNvSpPr txBox="1"/>
          <p:nvPr/>
        </p:nvSpPr>
        <p:spPr>
          <a:xfrm>
            <a:off x="5532120" y="2990087"/>
            <a:ext cx="2880360" cy="521207"/>
          </a:xfrm>
          <a:prstGeom prst="rect">
            <a:avLst/>
          </a:prstGeom>
          <a:noFill/>
          <a:ln>
            <a:noFill/>
          </a:ln>
        </p:spPr>
        <p:txBody>
          <a:bodyPr anchorCtr="0" anchor="t" bIns="10950" lIns="0" spcFirstLastPara="1" rIns="0" wrap="square" tIns="10950">
            <a:spAutoFit/>
          </a:bodyPr>
          <a:lstStyle/>
          <a:p>
            <a:pPr indent="0" lvl="0" marL="0" marR="0" rtl="0" algn="l">
              <a:spcBef>
                <a:spcPts val="0"/>
              </a:spcBef>
              <a:spcAft>
                <a:spcPts val="0"/>
              </a:spcAft>
              <a:buNone/>
            </a:pPr>
            <a:r>
              <a:rPr b="0" i="0" lang="en-US" sz="1060" u="none" cap="none" strike="noStrike">
                <a:solidFill>
                  <a:srgbClr val="52677A"/>
                </a:solidFill>
                <a:latin typeface="Calibri"/>
                <a:ea typeface="Calibri"/>
                <a:cs typeface="Calibri"/>
                <a:sym typeface="Calibri"/>
              </a:rPr>
              <a:t>Restore VM/network, root cause analysis, recovery checklist and lessons learned.</a:t>
            </a:r>
            <a:endParaRPr/>
          </a:p>
        </p:txBody>
      </p:sp>
      <p:sp>
        <p:nvSpPr>
          <p:cNvPr id="224" name="Google Shape;224;p4"/>
          <p:cNvSpPr/>
          <p:nvPr/>
        </p:nvSpPr>
        <p:spPr>
          <a:xfrm>
            <a:off x="484632" y="3886200"/>
            <a:ext cx="8174736" cy="667512"/>
          </a:xfrm>
          <a:prstGeom prst="roundRect">
            <a:avLst>
              <a:gd fmla="val 12000" name="adj"/>
            </a:avLst>
          </a:prstGeom>
          <a:solidFill>
            <a:srgbClr val="E5F3FD"/>
          </a:solidFill>
          <a:ln cap="flat" cmpd="sng" w="9525">
            <a:solidFill>
              <a:srgbClr val="D5E5EF"/>
            </a:solidFill>
            <a:prstDash val="solid"/>
            <a:round/>
            <a:headEnd len="sm" w="sm" type="none"/>
            <a:tailEnd len="sm" w="sm" type="none"/>
          </a:ln>
          <a:effectLst>
            <a:outerShdw blurRad="40000" rotWithShape="0" dir="5400000" dist="23000">
              <a:srgbClr val="000000">
                <a:alpha val="34902"/>
              </a:srgbClr>
            </a:outerShdw>
          </a:effectLst>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
        <p:nvSpPr>
          <p:cNvPr id="225" name="Google Shape;225;p4"/>
          <p:cNvSpPr txBox="1"/>
          <p:nvPr/>
        </p:nvSpPr>
        <p:spPr>
          <a:xfrm>
            <a:off x="676656" y="3986784"/>
            <a:ext cx="1124712" cy="182880"/>
          </a:xfrm>
          <a:prstGeom prst="rect">
            <a:avLst/>
          </a:prstGeom>
          <a:noFill/>
          <a:ln>
            <a:noFill/>
          </a:ln>
        </p:spPr>
        <p:txBody>
          <a:bodyPr anchorCtr="0" anchor="ctr" bIns="10950" lIns="0" spcFirstLastPara="1" rIns="0" wrap="square" tIns="10950">
            <a:spAutoFit/>
          </a:bodyPr>
          <a:lstStyle/>
          <a:p>
            <a:pPr indent="0" lvl="0" marL="0" marR="0" rtl="0" algn="l">
              <a:spcBef>
                <a:spcPts val="0"/>
              </a:spcBef>
              <a:spcAft>
                <a:spcPts val="0"/>
              </a:spcAft>
              <a:buNone/>
            </a:pPr>
            <a:r>
              <a:rPr b="1" i="0" lang="en-US" sz="900" u="none" cap="none" strike="noStrike">
                <a:solidFill>
                  <a:srgbClr val="1565C0"/>
                </a:solidFill>
                <a:latin typeface="Calibri"/>
                <a:ea typeface="Calibri"/>
                <a:cs typeface="Calibri"/>
                <a:sym typeface="Calibri"/>
              </a:rPr>
              <a:t>KEY LEARNING</a:t>
            </a:r>
            <a:endParaRPr/>
          </a:p>
        </p:txBody>
      </p:sp>
      <p:sp>
        <p:nvSpPr>
          <p:cNvPr id="226" name="Google Shape;226;p4"/>
          <p:cNvSpPr txBox="1"/>
          <p:nvPr/>
        </p:nvSpPr>
        <p:spPr>
          <a:xfrm>
            <a:off x="1682496" y="3968496"/>
            <a:ext cx="6711696" cy="210312"/>
          </a:xfrm>
          <a:prstGeom prst="rect">
            <a:avLst/>
          </a:prstGeom>
          <a:noFill/>
          <a:ln>
            <a:noFill/>
          </a:ln>
        </p:spPr>
        <p:txBody>
          <a:bodyPr anchorCtr="0" anchor="ctr" bIns="10950" lIns="0" spcFirstLastPara="1" rIns="0" wrap="square" tIns="10950">
            <a:spAutoFit/>
          </a:bodyPr>
          <a:lstStyle/>
          <a:p>
            <a:pPr indent="0" lvl="0" marL="0" marR="0" rtl="0" algn="l">
              <a:spcBef>
                <a:spcPts val="0"/>
              </a:spcBef>
              <a:spcAft>
                <a:spcPts val="0"/>
              </a:spcAft>
              <a:buNone/>
            </a:pPr>
            <a:r>
              <a:rPr b="1" i="0" lang="en-US" sz="1160" u="none" cap="none" strike="noStrike">
                <a:solidFill>
                  <a:srgbClr val="0B2A4A"/>
                </a:solidFill>
                <a:latin typeface="Calibri"/>
                <a:ea typeface="Calibri"/>
                <a:cs typeface="Calibri"/>
                <a:sym typeface="Calibri"/>
              </a:rPr>
              <a:t>Incident response needs traceable evidence from containment through recovery.</a:t>
            </a:r>
            <a:endParaRPr/>
          </a:p>
        </p:txBody>
      </p:sp>
      <p:sp>
        <p:nvSpPr>
          <p:cNvPr id="227" name="Google Shape;227;p4"/>
          <p:cNvSpPr txBox="1"/>
          <p:nvPr/>
        </p:nvSpPr>
        <p:spPr>
          <a:xfrm>
            <a:off x="676656" y="4242816"/>
            <a:ext cx="1124712" cy="164592"/>
          </a:xfrm>
          <a:prstGeom prst="rect">
            <a:avLst/>
          </a:prstGeom>
          <a:noFill/>
          <a:ln>
            <a:noFill/>
          </a:ln>
        </p:spPr>
        <p:txBody>
          <a:bodyPr anchorCtr="0" anchor="ctr" bIns="10950" lIns="0" spcFirstLastPara="1" rIns="0" wrap="square" tIns="10950">
            <a:spAutoFit/>
          </a:bodyPr>
          <a:lstStyle/>
          <a:p>
            <a:pPr indent="0" lvl="0" marL="0" marR="0" rtl="0" algn="l">
              <a:spcBef>
                <a:spcPts val="0"/>
              </a:spcBef>
              <a:spcAft>
                <a:spcPts val="0"/>
              </a:spcAft>
              <a:buNone/>
            </a:pPr>
            <a:r>
              <a:rPr b="1" i="0" lang="en-US" sz="880" u="none" cap="none" strike="noStrike">
                <a:solidFill>
                  <a:srgbClr val="14A89A"/>
                </a:solidFill>
                <a:latin typeface="Calibri"/>
                <a:ea typeface="Calibri"/>
                <a:cs typeface="Calibri"/>
                <a:sym typeface="Calibri"/>
              </a:rPr>
              <a:t>NEXT UP</a:t>
            </a:r>
            <a:endParaRPr/>
          </a:p>
        </p:txBody>
      </p:sp>
      <p:sp>
        <p:nvSpPr>
          <p:cNvPr id="228" name="Google Shape;228;p4"/>
          <p:cNvSpPr txBox="1"/>
          <p:nvPr/>
        </p:nvSpPr>
        <p:spPr>
          <a:xfrm>
            <a:off x="1682496" y="4224528"/>
            <a:ext cx="6720840" cy="228600"/>
          </a:xfrm>
          <a:prstGeom prst="rect">
            <a:avLst/>
          </a:prstGeom>
          <a:noFill/>
          <a:ln>
            <a:noFill/>
          </a:ln>
        </p:spPr>
        <p:txBody>
          <a:bodyPr anchorCtr="0" anchor="ctr" bIns="10950" lIns="0" spcFirstLastPara="1" rIns="0" wrap="square" tIns="10950">
            <a:spAutoFit/>
          </a:bodyPr>
          <a:lstStyle/>
          <a:p>
            <a:pPr indent="0" lvl="0" marL="0" marR="0" rtl="0" algn="l">
              <a:spcBef>
                <a:spcPts val="0"/>
              </a:spcBef>
              <a:spcAft>
                <a:spcPts val="0"/>
              </a:spcAft>
              <a:buNone/>
            </a:pPr>
            <a:r>
              <a:rPr b="0" i="0" lang="en-US" sz="1080" u="none" cap="none" strike="noStrike">
                <a:solidFill>
                  <a:srgbClr val="52677A"/>
                </a:solidFill>
                <a:latin typeface="Calibri"/>
                <a:ea typeface="Calibri"/>
                <a:cs typeface="Calibri"/>
                <a:sym typeface="Calibri"/>
              </a:rPr>
              <a:t>Confirm CISO Assistant fit; finish IR tasks with documented, testable evidence.</a:t>
            </a:r>
            <a:endParaRPr/>
          </a:p>
        </p:txBody>
      </p:sp>
    </p:spTree>
  </p:cSld>
  <p:clrMapOvr>
    <a:masterClrMapping/>
  </p:clrMapOvr>
</p:sld>
</file>

<file path=ppt/slides/slide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E5F3FD"/>
        </a:solidFill>
      </p:bgPr>
    </p:bg>
    <p:spTree>
      <p:nvGrpSpPr>
        <p:cNvPr id="233" name="Shape 233"/>
        <p:cNvGrpSpPr/>
        <p:nvPr/>
      </p:nvGrpSpPr>
      <p:grpSpPr>
        <a:xfrm>
          <a:off x="0" y="0"/>
          <a:ext cx="0" cy="0"/>
          <a:chOff x="0" y="0"/>
          <a:chExt cx="0" cy="0"/>
        </a:xfrm>
      </p:grpSpPr>
      <p:sp>
        <p:nvSpPr>
          <p:cNvPr id="234" name="Google Shape;234;p5"/>
          <p:cNvSpPr/>
          <p:nvPr/>
        </p:nvSpPr>
        <p:spPr>
          <a:xfrm>
            <a:off x="0" y="0"/>
            <a:ext cx="9144000" cy="64008"/>
          </a:xfrm>
          <a:prstGeom prst="rect">
            <a:avLst/>
          </a:prstGeom>
          <a:solidFill>
            <a:srgbClr val="1565C0"/>
          </a:solidFill>
          <a:ln>
            <a:noFill/>
          </a:ln>
          <a:effectLst>
            <a:outerShdw blurRad="40000" rotWithShape="0" dir="5400000" dist="23000">
              <a:srgbClr val="000000">
                <a:alpha val="34902"/>
              </a:srgbClr>
            </a:outerShdw>
          </a:effectLst>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
        <p:nvSpPr>
          <p:cNvPr id="235" name="Google Shape;235;p5"/>
          <p:cNvSpPr/>
          <p:nvPr/>
        </p:nvSpPr>
        <p:spPr>
          <a:xfrm>
            <a:off x="0" y="0"/>
            <a:ext cx="1828800" cy="64008"/>
          </a:xfrm>
          <a:prstGeom prst="rect">
            <a:avLst/>
          </a:prstGeom>
          <a:solidFill>
            <a:srgbClr val="14A89A"/>
          </a:solidFill>
          <a:ln>
            <a:noFill/>
          </a:ln>
          <a:effectLst>
            <a:outerShdw blurRad="40000" rotWithShape="0" dir="5400000" dist="23000">
              <a:srgbClr val="000000">
                <a:alpha val="34902"/>
              </a:srgbClr>
            </a:outerShdw>
          </a:effectLst>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
        <p:nvSpPr>
          <p:cNvPr id="236" name="Google Shape;236;p5"/>
          <p:cNvSpPr/>
          <p:nvPr/>
        </p:nvSpPr>
        <p:spPr>
          <a:xfrm>
            <a:off x="640080" y="612648"/>
            <a:ext cx="7863840" cy="3822191"/>
          </a:xfrm>
          <a:prstGeom prst="roundRect">
            <a:avLst>
              <a:gd fmla="val 12000" name="adj"/>
            </a:avLst>
          </a:prstGeom>
          <a:solidFill>
            <a:srgbClr val="FFFFFF"/>
          </a:solidFill>
          <a:ln cap="flat" cmpd="sng" w="12700">
            <a:solidFill>
              <a:srgbClr val="D5E5EF"/>
            </a:solidFill>
            <a:prstDash val="solid"/>
            <a:round/>
            <a:headEnd len="sm" w="sm" type="none"/>
            <a:tailEnd len="sm" w="sm" type="none"/>
          </a:ln>
          <a:effectLst>
            <a:outerShdw blurRad="40000" rotWithShape="0" dir="5400000" dist="23000">
              <a:srgbClr val="000000">
                <a:alpha val="34902"/>
              </a:srgbClr>
            </a:outerShdw>
          </a:effectLst>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
        <p:nvSpPr>
          <p:cNvPr id="237" name="Google Shape;237;p5"/>
          <p:cNvSpPr/>
          <p:nvPr/>
        </p:nvSpPr>
        <p:spPr>
          <a:xfrm>
            <a:off x="923544" y="1005840"/>
            <a:ext cx="64008" cy="2962656"/>
          </a:xfrm>
          <a:prstGeom prst="rect">
            <a:avLst/>
          </a:prstGeom>
          <a:solidFill>
            <a:srgbClr val="14A89A"/>
          </a:solidFill>
          <a:ln>
            <a:noFill/>
          </a:ln>
          <a:effectLst>
            <a:outerShdw blurRad="40000" rotWithShape="0" dir="5400000" dist="23000">
              <a:srgbClr val="000000">
                <a:alpha val="34902"/>
              </a:srgbClr>
            </a:outerShdw>
          </a:effectLst>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pic>
        <p:nvPicPr>
          <p:cNvPr descr="ref_logo_candidate_s20_p0.png" id="238" name="Google Shape;238;p5"/>
          <p:cNvPicPr preferRelativeResize="0"/>
          <p:nvPr/>
        </p:nvPicPr>
        <p:blipFill rotWithShape="1">
          <a:blip r:embed="rId3">
            <a:alphaModFix/>
          </a:blip>
          <a:srcRect b="0" l="0" r="0" t="0"/>
          <a:stretch/>
        </p:blipFill>
        <p:spPr>
          <a:xfrm>
            <a:off x="3712463" y="1042415"/>
            <a:ext cx="1737360" cy="619524"/>
          </a:xfrm>
          <a:prstGeom prst="rect">
            <a:avLst/>
          </a:prstGeom>
          <a:noFill/>
          <a:ln>
            <a:noFill/>
          </a:ln>
        </p:spPr>
      </p:pic>
      <p:sp>
        <p:nvSpPr>
          <p:cNvPr id="239" name="Google Shape;239;p5"/>
          <p:cNvSpPr txBox="1"/>
          <p:nvPr/>
        </p:nvSpPr>
        <p:spPr>
          <a:xfrm>
            <a:off x="1389888" y="1938528"/>
            <a:ext cx="6364224" cy="585216"/>
          </a:xfrm>
          <a:prstGeom prst="rect">
            <a:avLst/>
          </a:prstGeom>
          <a:noFill/>
          <a:ln>
            <a:noFill/>
          </a:ln>
        </p:spPr>
        <p:txBody>
          <a:bodyPr anchorCtr="0" anchor="ctr" bIns="10950" lIns="0" spcFirstLastPara="1" rIns="0" wrap="square" tIns="10950">
            <a:spAutoFit/>
          </a:bodyPr>
          <a:lstStyle/>
          <a:p>
            <a:pPr indent="0" lvl="0" marL="0" marR="0" rtl="0" algn="ctr">
              <a:spcBef>
                <a:spcPts val="0"/>
              </a:spcBef>
              <a:spcAft>
                <a:spcPts val="0"/>
              </a:spcAft>
              <a:buNone/>
            </a:pPr>
            <a:r>
              <a:rPr b="1" i="0" lang="en-US" sz="3400" u="none" cap="none" strike="noStrike">
                <a:solidFill>
                  <a:srgbClr val="0B2A4A"/>
                </a:solidFill>
                <a:latin typeface="Cambria"/>
                <a:ea typeface="Cambria"/>
                <a:cs typeface="Cambria"/>
                <a:sym typeface="Cambria"/>
              </a:rPr>
              <a:t>Thank You</a:t>
            </a:r>
            <a:endParaRPr/>
          </a:p>
        </p:txBody>
      </p:sp>
      <p:sp>
        <p:nvSpPr>
          <p:cNvPr id="240" name="Google Shape;240;p5"/>
          <p:cNvSpPr/>
          <p:nvPr/>
        </p:nvSpPr>
        <p:spPr>
          <a:xfrm>
            <a:off x="3218688" y="2660904"/>
            <a:ext cx="2706624" cy="18288"/>
          </a:xfrm>
          <a:prstGeom prst="rect">
            <a:avLst/>
          </a:prstGeom>
          <a:solidFill>
            <a:srgbClr val="D5E5EF"/>
          </a:solidFill>
          <a:ln>
            <a:noFill/>
          </a:ln>
          <a:effectLst>
            <a:outerShdw blurRad="40000" rotWithShape="0" dir="5400000" dist="23000">
              <a:srgbClr val="000000">
                <a:alpha val="34902"/>
              </a:srgbClr>
            </a:outerShdw>
          </a:effectLst>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
        <p:nvSpPr>
          <p:cNvPr id="241" name="Google Shape;241;p5"/>
          <p:cNvSpPr txBox="1"/>
          <p:nvPr/>
        </p:nvSpPr>
        <p:spPr>
          <a:xfrm>
            <a:off x="1499616" y="2898648"/>
            <a:ext cx="6144768" cy="603504"/>
          </a:xfrm>
          <a:prstGeom prst="rect">
            <a:avLst/>
          </a:prstGeom>
          <a:noFill/>
          <a:ln>
            <a:noFill/>
          </a:ln>
        </p:spPr>
        <p:txBody>
          <a:bodyPr anchorCtr="0" anchor="ctr" bIns="10950" lIns="0" spcFirstLastPara="1" rIns="0" wrap="square" tIns="10950">
            <a:spAutoFit/>
          </a:bodyPr>
          <a:lstStyle/>
          <a:p>
            <a:pPr indent="0" lvl="0" marL="0" marR="0" rtl="0" algn="ctr">
              <a:spcBef>
                <a:spcPts val="0"/>
              </a:spcBef>
              <a:spcAft>
                <a:spcPts val="0"/>
              </a:spcAft>
              <a:buNone/>
            </a:pPr>
            <a:r>
              <a:rPr b="0" i="0" lang="en-US" sz="1520" u="none" cap="none" strike="noStrike">
                <a:solidFill>
                  <a:srgbClr val="52677A"/>
                </a:solidFill>
                <a:latin typeface="Calibri"/>
                <a:ea typeface="Calibri"/>
                <a:cs typeface="Calibri"/>
                <a:sym typeface="Calibri"/>
              </a:rPr>
              <a:t>Thank you to my peers, educators, and the DAE Team</a:t>
            </a:r>
            <a:endParaRPr/>
          </a:p>
          <a:p>
            <a:pPr indent="0" lvl="0" marL="0" marR="0" rtl="0" algn="ctr">
              <a:spcBef>
                <a:spcPts val="0"/>
              </a:spcBef>
              <a:spcAft>
                <a:spcPts val="0"/>
              </a:spcAft>
              <a:buNone/>
            </a:pPr>
            <a:r>
              <a:rPr b="0" i="0" lang="en-US" sz="1520" u="none" cap="none" strike="noStrike">
                <a:solidFill>
                  <a:srgbClr val="52677A"/>
                </a:solidFill>
                <a:latin typeface="Calibri"/>
                <a:ea typeface="Calibri"/>
                <a:cs typeface="Calibri"/>
                <a:sym typeface="Calibri"/>
              </a:rPr>
              <a:t>for their continued guidance and support.</a:t>
            </a:r>
            <a:endParaRPr/>
          </a:p>
        </p:txBody>
      </p:sp>
      <p:sp>
        <p:nvSpPr>
          <p:cNvPr id="242" name="Google Shape;242;p5"/>
          <p:cNvSpPr txBox="1"/>
          <p:nvPr/>
        </p:nvSpPr>
        <p:spPr>
          <a:xfrm>
            <a:off x="1463040" y="3886200"/>
            <a:ext cx="6217920" cy="219456"/>
          </a:xfrm>
          <a:prstGeom prst="rect">
            <a:avLst/>
          </a:prstGeom>
          <a:noFill/>
          <a:ln>
            <a:noFill/>
          </a:ln>
        </p:spPr>
        <p:txBody>
          <a:bodyPr anchorCtr="0" anchor="ctr" bIns="10950" lIns="0" spcFirstLastPara="1" rIns="0" wrap="square" tIns="10950">
            <a:spAutoFit/>
          </a:bodyPr>
          <a:lstStyle/>
          <a:p>
            <a:pPr indent="0" lvl="0" marL="0" marR="0" rtl="0" algn="ctr">
              <a:spcBef>
                <a:spcPts val="0"/>
              </a:spcBef>
              <a:spcAft>
                <a:spcPts val="0"/>
              </a:spcAft>
              <a:buNone/>
            </a:pPr>
            <a:r>
              <a:rPr b="1" i="0" lang="en-US" sz="1040" u="none" cap="none" strike="noStrike">
                <a:solidFill>
                  <a:srgbClr val="1565C0"/>
                </a:solidFill>
                <a:latin typeface="Calibri"/>
                <a:ea typeface="Calibri"/>
                <a:cs typeface="Calibri"/>
                <a:sym typeface="Calibri"/>
              </a:rPr>
              <a:t>Akhila Ch  ·  Care Access Navigator  ·  HRMC Capstone</a:t>
            </a:r>
            <a:endParaRPr/>
          </a:p>
        </p:txBody>
      </p:sp>
    </p:spTree>
  </p:cSld>
  <p:clrMapOvr>
    <a:masterClrMapping/>
  </p:clrMapOvr>
</p:sld>
</file>

<file path=ppt/theme/theme1.xml><?xml version="1.0" encoding="utf-8"?>
<a:theme xmlns:a="http://schemas.openxmlformats.org/drawingml/2006/main" xmlns:r="http://schemas.openxmlformats.org/officeDocument/2006/relationships">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name="Office Theme">
  <a:themeElements>
    <a:clrScheme name="Office">
      <a:dk1>
        <a:srgbClr val="000000"/>
      </a:dk1>
      <a:lt1>
        <a:srgbClr val="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erms:created xsi:type="dcterms:W3CDTF">2013-01-27T09:14:16Z</dcterms:created>
</cp:coreProperties>
</file>