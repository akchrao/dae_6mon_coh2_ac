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ek_3_healthcare_cybersecurity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day_weekly_tech_learning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esday_assignment_and_threat_analysis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dnesday_cybersecurity_threa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ursday_end_of_week_reflection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eek_3_progress_summary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_you_healthcare_cybersecurity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