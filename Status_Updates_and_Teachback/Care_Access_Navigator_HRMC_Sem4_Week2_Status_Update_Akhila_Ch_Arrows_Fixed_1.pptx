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1675"/>
  <p:notesSz cx="6858000" cy="12191675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AATLtFExyniwFv4eeKd5BoZmr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font" Target="fonts/Play-regular.fntdata"/><Relationship Id="rId12" Type="http://schemas.openxmlformats.org/officeDocument/2006/relationships/font" Target="fonts/Play-bold.fntdata"/><Relationship Id="rId1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CA5"/>
          </a:solidFill>
          <a:ln cap="flat" cmpd="sng" w="1270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70599B"/>
          </a:solidFill>
          <a:ln cap="flat" cmpd="sng" w="12700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ae(1).jp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02920"/>
            <a:ext cx="178308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713232" y="1828800"/>
            <a:ext cx="6492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143A5A"/>
                </a:solidFill>
              </a:rPr>
              <a:t>Care Access Navigator for HRMC</a:t>
            </a:r>
            <a:endParaRPr i="0" sz="2900" u="none" cap="none" strike="noStrike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49808" y="2542032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9CA5"/>
                </a:solidFill>
                <a:latin typeface="Arial"/>
                <a:ea typeface="Arial"/>
                <a:cs typeface="Arial"/>
                <a:sym typeface="Arial"/>
              </a:rPr>
              <a:t>Semester 4 • Week 2 Status Update,Week 6 of Capstone Project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68096" y="30358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Sep 21 – Sep 24, 2026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749808" y="3547872"/>
            <a:ext cx="4297680" cy="0"/>
          </a:xfrm>
          <a:prstGeom prst="straightConnector1">
            <a:avLst/>
          </a:prstGeom>
          <a:noFill/>
          <a:ln cap="flat" cmpd="sng" w="3175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786384" y="3822192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3A5A"/>
                </a:solidFill>
                <a:latin typeface="Arial"/>
                <a:ea typeface="Arial"/>
                <a:cs typeface="Arial"/>
                <a:sym typeface="Arial"/>
              </a:rPr>
              <a:t>IAM and GRC Analyst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3A5A"/>
                </a:solidFill>
                <a:latin typeface="Arial"/>
                <a:ea typeface="Arial"/>
                <a:cs typeface="Arial"/>
                <a:sym typeface="Arial"/>
              </a:rPr>
              <a:t>By Akhila Ch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86384" y="6053328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57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36575"/>
                </a:solidFill>
                <a:latin typeface="Arial"/>
                <a:ea typeface="Arial"/>
                <a:cs typeface="Arial"/>
                <a:sym typeface="Arial"/>
              </a:rPr>
              <a:t>Cloud Security 1 • Risk Management 1 • Identity and Access Management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Picture 24" descr="glow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864" y="480060"/>
            <a:ext cx="2546811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9CA5"/>
          </a:solidFill>
          <a:ln cap="flat" cmpd="sng" w="1270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70599B"/>
          </a:solidFill>
          <a:ln cap="flat" cmpd="sng" w="12700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ae(1).jp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256032"/>
            <a:ext cx="11430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Care Access Navigator for HRMC • Semester 4 • Week 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497312" y="64190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Akhila Ch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21031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43A5A"/>
                </a:solidFill>
              </a:rPr>
              <a:t>Monday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834640" y="28346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57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36575"/>
                </a:solidFill>
                <a:latin typeface="Arial"/>
                <a:ea typeface="Arial"/>
                <a:cs typeface="Arial"/>
                <a:sym typeface="Arial"/>
              </a:rPr>
              <a:t>Course tasks aligned with the Care Access Navigator project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883" y="960120"/>
            <a:ext cx="4297800" cy="212130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WAS EXPECTED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Work on assigned course tasks and align them with the project. Continue completing previous Monday board items.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79120" y="960120"/>
            <a:ext cx="4297800" cy="212130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C4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WAS DONE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Completed and submitted Risk Assessment Techniques and Risk Evaluation Methods on Schoology. Continued slow but steady progress on project access, roles, and configurations. Job boards also went live on monday.com.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NEXT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Continue closing pending Monday board tasks, organize project work, and move forward with IAM configuration.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60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I LEARNT..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Built stronger understanding of Risk Management concepts and how course work connects with project responsibilities.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64608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↘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812280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D5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C43D5A"/>
                </a:solidFill>
                <a:latin typeface="Play"/>
                <a:ea typeface="Play"/>
                <a:cs typeface="Play"/>
                <a:sym typeface="Play"/>
              </a:rPr>
              <a:t>↙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64608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599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70599B"/>
                </a:solidFill>
                <a:latin typeface="Play"/>
                <a:ea typeface="Play"/>
                <a:cs typeface="Play"/>
                <a:sym typeface="Play"/>
              </a:rPr>
              <a:t>↗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812280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↖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60313" y="2743200"/>
            <a:ext cx="2040900" cy="1192200"/>
          </a:xfrm>
          <a:prstGeom prst="ellipse">
            <a:avLst/>
          </a:prstGeom>
          <a:solidFill>
            <a:srgbClr val="143A5A"/>
          </a:solidFill>
          <a:ln cap="flat" cmpd="sng" w="25400">
            <a:solidFill>
              <a:srgbClr val="22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</a:t>
            </a:r>
            <a:r>
              <a:rPr lang="en-US">
                <a:solidFill>
                  <a:schemeClr val="lt1"/>
                </a:solidFill>
              </a:rPr>
              <a:t>09/21/2026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22400" y="2962551"/>
            <a:ext cx="13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MONDAY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9CA5"/>
          </a:solidFill>
          <a:ln cap="flat" cmpd="sng" w="1270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70599B"/>
          </a:solidFill>
          <a:ln cap="flat" cmpd="sng" w="12700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ae(1).jp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256032"/>
            <a:ext cx="11430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Care Access Navigator for HRMC • Semester 4 • Week 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0497312" y="64190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Akhila Ch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2920" y="21031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43A5A"/>
                </a:solidFill>
              </a:rPr>
              <a:t>Tuesday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834640" y="28346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57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36575"/>
                </a:solidFill>
                <a:latin typeface="Arial"/>
                <a:ea typeface="Arial"/>
                <a:cs typeface="Arial"/>
                <a:sym typeface="Arial"/>
              </a:rPr>
              <a:t>Risk Management submissions and IAM implementation activity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02920" y="960120"/>
            <a:ext cx="4297680" cy="2121408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WAS EXPECTED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Finish project-side configuration while balancing Cloud Security tasks, Keycloak, and Microsoft Entra ID work on Azure.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360920" y="960120"/>
            <a:ext cx="4297680" cy="2121408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C4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WAS DONE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Submitted Risk Mitigation Planning and Risk Communication on Schoology. Participated in the Cloud Security 1 IAM implementation activity. Started Professional Competencies / 360 Feedback Assessment.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02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NEXT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Continue project configuration and improve time management to balance coursework, project setup, and assessment forms.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360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I LEARNT..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Expanded learning on Risk Management, Cloud Security design, architecture concepts, Keycloak, and Microsoft Entra ID.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864608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↘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12280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D5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C43D5A"/>
                </a:solidFill>
                <a:latin typeface="Play"/>
                <a:ea typeface="Play"/>
                <a:cs typeface="Play"/>
                <a:sym typeface="Play"/>
              </a:rPr>
              <a:t>↙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864608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599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70599B"/>
                </a:solidFill>
                <a:latin typeface="Play"/>
                <a:ea typeface="Play"/>
                <a:cs typeface="Play"/>
                <a:sym typeface="Play"/>
              </a:rPr>
              <a:t>↗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812280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↖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349240" y="2898648"/>
            <a:ext cx="1481328" cy="987552"/>
          </a:xfrm>
          <a:prstGeom prst="ellipse">
            <a:avLst/>
          </a:prstGeom>
          <a:solidFill>
            <a:srgbClr val="143A5A"/>
          </a:solidFill>
          <a:ln cap="flat" cmpd="sng" w="25400">
            <a:solidFill>
              <a:srgbClr val="22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422392" y="3081528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TUESDAY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64608" y="400507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599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70599B"/>
                </a:solidFill>
                <a:latin typeface="Play"/>
                <a:ea typeface="Play"/>
                <a:cs typeface="Play"/>
                <a:sym typeface="Play"/>
              </a:rPr>
              <a:t>↗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812280" y="400507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↖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60313" y="2778038"/>
            <a:ext cx="2040900" cy="1192200"/>
          </a:xfrm>
          <a:prstGeom prst="ellipse">
            <a:avLst/>
          </a:prstGeom>
          <a:solidFill>
            <a:srgbClr val="143A5A"/>
          </a:solidFill>
          <a:ln cap="flat" cmpd="sng" w="25400">
            <a:solidFill>
              <a:srgbClr val="22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09/22/2026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22392" y="2976028"/>
            <a:ext cx="133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FFFFFF"/>
                </a:solidFill>
              </a:rPr>
              <a:t>TUES</a:t>
            </a:r>
            <a:r>
              <a:rPr b="1" i="0" lang="en-US" sz="1700" u="none" cap="none" strike="noStrike">
                <a:solidFill>
                  <a:srgbClr val="FFFFFF"/>
                </a:solidFill>
              </a:rPr>
              <a:t>DAY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9CA5"/>
          </a:solidFill>
          <a:ln cap="flat" cmpd="sng" w="1270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70599B"/>
          </a:solidFill>
          <a:ln cap="flat" cmpd="sng" w="12700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ae(1).jpg"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256032"/>
            <a:ext cx="11430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Care Access Navigator for HRMC • Semester 4 • Week 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497312" y="64190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Akhila Ch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02920" y="21031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43A5A"/>
                </a:solidFill>
              </a:rPr>
              <a:t>Wednesday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834640" y="28346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57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36575"/>
                </a:solidFill>
                <a:latin typeface="Arial"/>
                <a:ea typeface="Arial"/>
                <a:cs typeface="Arial"/>
                <a:sym typeface="Arial"/>
              </a:rPr>
              <a:t>Architecture Design, security patterns, and teach-back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02920" y="960120"/>
            <a:ext cx="4297680" cy="2121408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lang="en-US" sz="1640">
                <a:solidFill>
                  <a:srgbClr val="303640"/>
                </a:solidFill>
              </a:rPr>
              <a:t>WHAT WAS EXPECTED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Work through Cloud Security 1 tasks and connect Architecture Design and Security Patterns with actual project implementation.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360920" y="960120"/>
            <a:ext cx="4297680" cy="2121408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C4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WAS DONE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Started Cloud Security 1 Architecture Design and Security Patterns task. Delivered a teach-back on Workload Identity Federation. Completed self-assessment form.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02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NEXT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Catch up on Cloud Security tasks and aim to complete initial configuration and setup this week.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360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I LEARNT..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earnt to focus on job search and market readiness while also reflecting on competencies for self-improvement.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864608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↘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812280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D5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C43D5A"/>
                </a:solidFill>
                <a:latin typeface="Play"/>
                <a:ea typeface="Play"/>
                <a:cs typeface="Play"/>
                <a:sym typeface="Play"/>
              </a:rPr>
              <a:t>↙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64608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599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70599B"/>
                </a:solidFill>
                <a:latin typeface="Play"/>
                <a:ea typeface="Play"/>
                <a:cs typeface="Play"/>
                <a:sym typeface="Play"/>
              </a:rPr>
              <a:t>↗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812280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↖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349240" y="2898648"/>
            <a:ext cx="1481328" cy="987552"/>
          </a:xfrm>
          <a:prstGeom prst="ellipse">
            <a:avLst/>
          </a:prstGeom>
          <a:solidFill>
            <a:srgbClr val="143A5A"/>
          </a:solidFill>
          <a:ln cap="flat" cmpd="sng" w="25400">
            <a:solidFill>
              <a:srgbClr val="22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422392" y="3081528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WEDNESDAY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864608" y="400507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599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70599B"/>
                </a:solidFill>
                <a:latin typeface="Play"/>
                <a:ea typeface="Play"/>
                <a:cs typeface="Play"/>
                <a:sym typeface="Play"/>
              </a:rPr>
              <a:t>↗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812280" y="400507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↖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833875" y="2574775"/>
            <a:ext cx="2523900" cy="1430400"/>
          </a:xfrm>
          <a:prstGeom prst="ellipse">
            <a:avLst/>
          </a:prstGeom>
          <a:solidFill>
            <a:srgbClr val="143A5A"/>
          </a:solidFill>
          <a:ln cap="flat" cmpd="sng" w="25400">
            <a:solidFill>
              <a:srgbClr val="22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09/23/2026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22402" y="2976025"/>
            <a:ext cx="159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FFFFFF"/>
                </a:solidFill>
              </a:rPr>
              <a:t>WEDNES</a:t>
            </a:r>
            <a:r>
              <a:rPr b="1" i="0" lang="en-US" sz="1700" u="none" cap="none" strike="noStrike">
                <a:solidFill>
                  <a:srgbClr val="FFFFFF"/>
                </a:solidFill>
              </a:rPr>
              <a:t>DAY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9CA5"/>
          </a:solidFill>
          <a:ln cap="flat" cmpd="sng" w="1270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70599B"/>
          </a:solidFill>
          <a:ln cap="flat" cmpd="sng" w="12700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ae(1).jpg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256032"/>
            <a:ext cx="11430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50292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Care Access Navigator for HRMC • Semester 4 • Week 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0497312" y="64190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C8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E7C89"/>
                </a:solidFill>
                <a:latin typeface="Arial"/>
                <a:ea typeface="Arial"/>
                <a:cs typeface="Arial"/>
                <a:sym typeface="Arial"/>
              </a:rPr>
              <a:t>Akhila Ch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02920" y="21031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143A5A"/>
                </a:solidFill>
              </a:rPr>
              <a:t>Thursday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834640" y="28346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57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36575"/>
                </a:solidFill>
                <a:latin typeface="Arial"/>
                <a:ea typeface="Arial"/>
                <a:cs typeface="Arial"/>
                <a:sym typeface="Arial"/>
              </a:rPr>
              <a:t>Risk Management implementation and continued project progress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02920" y="960120"/>
            <a:ext cx="4297680" cy="2121408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WAS EXPECTED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Submit final Risk Management task, provide status update, and continue Cloud Security and IAM configuration work.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60920" y="960120"/>
            <a:ext cx="4297680" cy="2121408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C4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WAS DONE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Submitted Risk Management Implementation. Prepared status update and continued planning for Keycloak and Microsoft Entra ID configuration.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02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NEXT ?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Apply for jobs, continue peer assessment forms, finish Cloud Security pending tasks, and progress IAM setup.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360920" y="3794760"/>
            <a:ext cx="4297680" cy="2148840"/>
          </a:xfrm>
          <a:prstGeom prst="rect">
            <a:avLst/>
          </a:prstGeom>
          <a:solidFill>
            <a:srgbClr val="FFFFFF">
              <a:alpha val="96863"/>
            </a:srgbClr>
          </a:solidFill>
          <a:ln cap="flat" cmpd="sng" w="15225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040"/>
              <a:buFont typeface="Arial"/>
              <a:buNone/>
            </a:pPr>
            <a:r>
              <a:rPr b="1" i="0" lang="en-US" sz="16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WHAT I LEARNT..</a:t>
            </a:r>
            <a:br>
              <a:rPr b="1" i="0" lang="en-US" sz="10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4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Learnt technical concepts from coursework, gained insights from peers’ project updates, and continued working toward overall progress.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864608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↘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812280" y="2331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D5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C43D5A"/>
                </a:solidFill>
                <a:latin typeface="Play"/>
                <a:ea typeface="Play"/>
                <a:cs typeface="Play"/>
                <a:sym typeface="Play"/>
              </a:rPr>
              <a:t>↙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864608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599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70599B"/>
                </a:solidFill>
                <a:latin typeface="Play"/>
                <a:ea typeface="Play"/>
                <a:cs typeface="Play"/>
                <a:sym typeface="Play"/>
              </a:rPr>
              <a:t>↗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812280" y="40050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↖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349240" y="2898648"/>
            <a:ext cx="1481328" cy="987552"/>
          </a:xfrm>
          <a:prstGeom prst="ellipse">
            <a:avLst/>
          </a:prstGeom>
          <a:solidFill>
            <a:srgbClr val="143A5A"/>
          </a:solidFill>
          <a:ln cap="flat" cmpd="sng" w="25400">
            <a:solidFill>
              <a:srgbClr val="22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422392" y="3081528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THURSDAY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864608" y="400507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599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70599B"/>
                </a:solidFill>
                <a:latin typeface="Play"/>
                <a:ea typeface="Play"/>
                <a:cs typeface="Play"/>
                <a:sym typeface="Play"/>
              </a:rPr>
              <a:t>↗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812280" y="400507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9CA5"/>
                </a:solidFill>
                <a:latin typeface="Play"/>
                <a:ea typeface="Play"/>
                <a:cs typeface="Play"/>
                <a:sym typeface="Play"/>
              </a:rPr>
              <a:t>↖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060313" y="2694475"/>
            <a:ext cx="2040900" cy="1395900"/>
          </a:xfrm>
          <a:prstGeom prst="ellipse">
            <a:avLst/>
          </a:prstGeom>
          <a:solidFill>
            <a:srgbClr val="143A5A"/>
          </a:solidFill>
          <a:ln cap="flat" cmpd="sng" w="25400">
            <a:solidFill>
              <a:srgbClr val="22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09/24/2026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13249" y="2976025"/>
            <a:ext cx="148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FFFFFF"/>
                </a:solidFill>
              </a:rPr>
              <a:t>THURS</a:t>
            </a:r>
            <a:r>
              <a:rPr b="1" i="0" lang="en-US" sz="1700" u="none" cap="none" strike="noStrike">
                <a:solidFill>
                  <a:srgbClr val="FFFFFF"/>
                </a:solidFill>
              </a:rPr>
              <a:t>DAY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CA5"/>
          </a:solidFill>
          <a:ln cap="flat" cmpd="sng" w="1270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70599B"/>
          </a:solidFill>
          <a:ln cap="flat" cmpd="sng" w="12700">
            <a:solidFill>
              <a:srgbClr val="705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ae(1).jp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749808"/>
            <a:ext cx="1664208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2286000" y="2011680"/>
            <a:ext cx="7680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A5A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143A5A"/>
                </a:solidFill>
              </a:rPr>
              <a:t>Thank You</a:t>
            </a:r>
            <a:endParaRPr i="0" sz="38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4050792" y="2788920"/>
            <a:ext cx="4114800" cy="0"/>
          </a:xfrm>
          <a:prstGeom prst="straightConnector1">
            <a:avLst/>
          </a:prstGeom>
          <a:noFill/>
          <a:ln cap="flat" cmpd="sng" w="38100">
            <a:solidFill>
              <a:srgbClr val="0F9C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6"/>
          <p:cNvSpPr/>
          <p:nvPr/>
        </p:nvSpPr>
        <p:spPr>
          <a:xfrm>
            <a:off x="1828800" y="315468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4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Thank you peers, educators, and </a:t>
            </a:r>
            <a:r>
              <a:rPr lang="en-US" sz="1800">
                <a:solidFill>
                  <a:srgbClr val="303640"/>
                </a:solidFill>
              </a:rPr>
              <a:t>dae</a:t>
            </a:r>
            <a:r>
              <a:rPr b="0" i="0" lang="en-US" sz="1800" u="none" cap="none" strike="noStrike">
                <a:solidFill>
                  <a:srgbClr val="303640"/>
                </a:solidFill>
                <a:latin typeface="Arial"/>
                <a:ea typeface="Arial"/>
                <a:cs typeface="Arial"/>
                <a:sym typeface="Arial"/>
              </a:rPr>
              <a:t> team for the continuous guidance and great support throughout.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5960" y="406908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CA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9CA5"/>
                </a:solidFill>
                <a:latin typeface="Arial"/>
                <a:ea typeface="Arial"/>
                <a:cs typeface="Arial"/>
                <a:sym typeface="Arial"/>
              </a:rPr>
              <a:t>Looking forward to learning many more things and moving towards overall progress!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971800" y="6080760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57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575"/>
                </a:solidFill>
                <a:latin typeface="Arial"/>
                <a:ea typeface="Arial"/>
                <a:cs typeface="Arial"/>
                <a:sym typeface="Arial"/>
              </a:rPr>
              <a:t>Akhila Ch • Semester 4 • Week 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2026-09-24T13:31:20Z</dcterms:created>
  <dc:creator>OpenAI</dc:creator>
</cp:coreProperties>
</file>