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U6qhjyRpgHum6VnSWa/OZTjgP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_wide_clean_modern_cyber_tech_themed_digital_i.png" id="16" name="Google Shape;16;p1"/>
          <p:cNvPicPr preferRelativeResize="0"/>
          <p:nvPr/>
        </p:nvPicPr>
        <p:blipFill rotWithShape="1">
          <a:blip r:embed="rId3">
            <a:alphaModFix/>
          </a:blip>
          <a:srcRect b="25" l="0" r="0" t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FFFFFF">
              <a:alpha val="8902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40075" y="1188724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4000"/>
              <a:buFont typeface="Play"/>
              <a:buNone/>
            </a:pPr>
            <a:r>
              <a:rPr b="1" i="0" lang="en-US" sz="4000" u="none" cap="none" strike="noStrike">
                <a:solidFill>
                  <a:srgbClr val="123A54"/>
                </a:solidFill>
              </a:rPr>
              <a:t>Care Access</a:t>
            </a:r>
            <a:endParaRPr i="0" sz="40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4000"/>
              <a:buFont typeface="Play"/>
              <a:buNone/>
            </a:pPr>
            <a:r>
              <a:rPr b="1" i="0" lang="en-US" sz="4000" u="none" cap="none" strike="noStrike">
                <a:solidFill>
                  <a:srgbClr val="123A54"/>
                </a:solidFill>
              </a:rPr>
              <a:t>Navigator Capstone</a:t>
            </a:r>
            <a:endParaRPr b="1" i="0" sz="4000" u="none" cap="none" strike="noStrike">
              <a:solidFill>
                <a:srgbClr val="123A5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4000"/>
              <a:buFont typeface="Play"/>
              <a:buNone/>
            </a:pPr>
            <a:r>
              <a:t/>
            </a:r>
            <a:endParaRPr b="1" sz="4000">
              <a:solidFill>
                <a:srgbClr val="123A54"/>
              </a:solidFill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58368" y="2331720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A6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A6A6"/>
                </a:solidFill>
                <a:latin typeface="Arial"/>
                <a:ea typeface="Arial"/>
                <a:cs typeface="Arial"/>
                <a:sym typeface="Arial"/>
              </a:rPr>
              <a:t>IAM </a:t>
            </a:r>
            <a:r>
              <a:rPr b="1" lang="en-US" sz="2000">
                <a:solidFill>
                  <a:srgbClr val="00A6A6"/>
                </a:solidFill>
              </a:rPr>
              <a:t>+</a:t>
            </a:r>
            <a:r>
              <a:rPr b="1" i="0" lang="en-US" sz="2000" u="none" cap="none" strike="noStrike">
                <a:solidFill>
                  <a:srgbClr val="00A6A6"/>
                </a:solidFill>
                <a:latin typeface="Arial"/>
                <a:ea typeface="Arial"/>
                <a:cs typeface="Arial"/>
                <a:sym typeface="Arial"/>
              </a:rPr>
              <a:t> GRC Analyst for </a:t>
            </a:r>
            <a:r>
              <a:rPr b="1" lang="en-US" sz="2000">
                <a:solidFill>
                  <a:srgbClr val="00A6A6"/>
                </a:solidFill>
              </a:rPr>
              <a:t>Healthline Regional Medical Center(HRMC)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658368" y="2907792"/>
            <a:ext cx="2926080" cy="0"/>
          </a:xfrm>
          <a:prstGeom prst="straightConnector1">
            <a:avLst/>
          </a:prstGeom>
          <a:noFill/>
          <a:ln cap="flat" cmpd="sng" w="27925">
            <a:solidFill>
              <a:srgbClr val="00A6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1"/>
          <p:cNvSpPr/>
          <p:nvPr/>
        </p:nvSpPr>
        <p:spPr>
          <a:xfrm>
            <a:off x="658368" y="3182112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Semester 4  |  Week 5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Weekly Status Update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58368" y="4297680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23A54"/>
                </a:solidFill>
              </a:rPr>
              <a:t>by </a:t>
            </a:r>
            <a:r>
              <a:rPr b="1" i="0" lang="en-US" sz="1500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Akhila Ch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58368" y="466344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627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06271"/>
                </a:solidFill>
                <a:latin typeface="Arial"/>
                <a:ea typeface="Arial"/>
                <a:cs typeface="Arial"/>
                <a:sym typeface="Arial"/>
              </a:rPr>
              <a:t>September 14–17, 2026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1"/>
          <p:cNvCxnSpPr/>
          <p:nvPr/>
        </p:nvCxnSpPr>
        <p:spPr>
          <a:xfrm>
            <a:off x="658368" y="5102352"/>
            <a:ext cx="1554480" cy="0"/>
          </a:xfrm>
          <a:prstGeom prst="straightConnector1">
            <a:avLst/>
          </a:prstGeom>
          <a:noFill/>
          <a:ln cap="flat" cmpd="sng" w="16500">
            <a:solidFill>
              <a:srgbClr val="93C8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1"/>
          <p:cNvSpPr/>
          <p:nvPr/>
        </p:nvSpPr>
        <p:spPr>
          <a:xfrm>
            <a:off x="658368" y="527608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627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06271"/>
                </a:solidFill>
                <a:latin typeface="Arial"/>
                <a:ea typeface="Arial"/>
                <a:cs typeface="Arial"/>
                <a:sym typeface="Arial"/>
              </a:rPr>
              <a:t>Cloud Security 1 • Risk Management 1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02920" y="647395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9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E7F89"/>
                </a:solidFill>
                <a:latin typeface="Arial"/>
                <a:ea typeface="Arial"/>
                <a:cs typeface="Arial"/>
                <a:sym typeface="Arial"/>
              </a:rPr>
              <a:t>IAM • GRC • Keycloak Configuration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" name="Google Shape;27;p1"/>
          <p:cNvCxnSpPr/>
          <p:nvPr/>
        </p:nvCxnSpPr>
        <p:spPr>
          <a:xfrm>
            <a:off x="8961120" y="6583680"/>
            <a:ext cx="2697480" cy="0"/>
          </a:xfrm>
          <a:prstGeom prst="straightConnector1">
            <a:avLst/>
          </a:prstGeom>
          <a:noFill/>
          <a:ln cap="flat" cmpd="sng" w="12700">
            <a:solidFill>
              <a:srgbClr val="93C8D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8" name="Google Shape;28;p1" title="da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4456" y="486575"/>
            <a:ext cx="925919" cy="808701"/>
          </a:xfrm>
          <a:prstGeom prst="rect">
            <a:avLst/>
          </a:prstGeom>
          <a:solidFill>
            <a:srgbClr val="FFFFFF">
              <a:alpha val="89020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CF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A54"/>
          </a:solidFill>
          <a:ln>
            <a:noFill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Weekly Status Summary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806440" y="219456"/>
            <a:ext cx="5806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8F2F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8F2F4"/>
                </a:solidFill>
                <a:latin typeface="Arial"/>
                <a:ea typeface="Arial"/>
                <a:cs typeface="Arial"/>
                <a:sym typeface="Arial"/>
              </a:rPr>
              <a:t>Semester 4 • Project Week 5 of 12 • Monday to Thursday, September 14–17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29184" y="877824"/>
            <a:ext cx="731520" cy="347472"/>
          </a:xfrm>
          <a:prstGeom prst="rect">
            <a:avLst/>
          </a:prstGeom>
          <a:solidFill>
            <a:srgbClr val="1976A3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Day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060704" y="877824"/>
            <a:ext cx="2359152" cy="347472"/>
          </a:xfrm>
          <a:prstGeom prst="rect">
            <a:avLst/>
          </a:prstGeom>
          <a:solidFill>
            <a:srgbClr val="1976A3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was done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419856" y="877824"/>
            <a:ext cx="2057400" cy="347472"/>
          </a:xfrm>
          <a:prstGeom prst="rect">
            <a:avLst/>
          </a:prstGeom>
          <a:solidFill>
            <a:srgbClr val="1976A3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Where am I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477256" y="877824"/>
            <a:ext cx="2057400" cy="347472"/>
          </a:xfrm>
          <a:prstGeom prst="rect">
            <a:avLst/>
          </a:prstGeom>
          <a:solidFill>
            <a:srgbClr val="1976A3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next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534656" y="877824"/>
            <a:ext cx="1993392" cy="347472"/>
          </a:xfrm>
          <a:prstGeom prst="rect">
            <a:avLst/>
          </a:prstGeom>
          <a:solidFill>
            <a:srgbClr val="1976A3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Challenges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9528048" y="877824"/>
            <a:ext cx="2340864" cy="347472"/>
          </a:xfrm>
          <a:prstGeom prst="rect">
            <a:avLst/>
          </a:prstGeom>
          <a:solidFill>
            <a:srgbClr val="1976A3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was learnt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29184" y="1225296"/>
            <a:ext cx="731520" cy="12252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40"/>
              <a:buFont typeface="Arial"/>
              <a:buNone/>
            </a:pPr>
            <a:r>
              <a:rPr b="1" i="0" lang="en-US" sz="1440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Mon</a:t>
            </a:r>
            <a:endParaRPr b="0" i="0" sz="14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40"/>
              <a:buFont typeface="Arial"/>
              <a:buNone/>
            </a:pPr>
            <a:r>
              <a:rPr b="1" i="0" lang="en-US" sz="1440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9/14</a:t>
            </a:r>
            <a:endParaRPr b="0" i="0" sz="14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060704" y="1225296"/>
            <a:ext cx="2359152" cy="12252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Semester 4 kickoff. Received courses, rubrics, assignments, and role-based project tasks.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419856" y="1225296"/>
            <a:ext cx="2057400" cy="12252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Aligned focus to Cloud Security 1 and Risk Management 1.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477256" y="1225296"/>
            <a:ext cx="2057400" cy="12252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Map rubrics to IAM/GRC deliverables and project tasks.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534656" y="1225296"/>
            <a:ext cx="1993392" cy="12252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Translating course expectations into a clear project plan.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9528048" y="1225296"/>
            <a:ext cx="2340864" cy="12252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Semester scope, grading criteria, and role expectations.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29184" y="2450592"/>
            <a:ext cx="731520" cy="1225296"/>
          </a:xfrm>
          <a:prstGeom prst="rect">
            <a:avLst/>
          </a:prstGeom>
          <a:solidFill>
            <a:srgbClr val="F2FAFC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40"/>
              <a:buFont typeface="Arial"/>
              <a:buNone/>
            </a:pPr>
            <a:r>
              <a:rPr b="1" i="0" lang="en-US" sz="1440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Tue</a:t>
            </a:r>
            <a:endParaRPr b="0" i="0" sz="14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40"/>
              <a:buFont typeface="Arial"/>
              <a:buNone/>
            </a:pPr>
            <a:r>
              <a:rPr b="1" i="0" lang="en-US" sz="1440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9/15</a:t>
            </a:r>
            <a:endParaRPr b="0" i="0" sz="14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060704" y="2450592"/>
            <a:ext cx="2359152" cy="1225296"/>
          </a:xfrm>
          <a:prstGeom prst="rect">
            <a:avLst/>
          </a:prstGeom>
          <a:solidFill>
            <a:srgbClr val="F2FAFC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Continued Schoology videos and began foundational Keycloak IAM setup.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419856" y="2450592"/>
            <a:ext cx="2057400" cy="1225296"/>
          </a:xfrm>
          <a:prstGeom prst="rect">
            <a:avLst/>
          </a:prstGeom>
          <a:solidFill>
            <a:srgbClr val="F2FAFC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Building base understanding of IAM and identity provider configuration.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477256" y="2450592"/>
            <a:ext cx="2057400" cy="1225296"/>
          </a:xfrm>
          <a:prstGeom prst="rect">
            <a:avLst/>
          </a:prstGeom>
          <a:solidFill>
            <a:srgbClr val="F2FAFC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Continue Keycloak setup and document each configuration step.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534656" y="2450592"/>
            <a:ext cx="1993392" cy="1225296"/>
          </a:xfrm>
          <a:prstGeom prst="rect">
            <a:avLst/>
          </a:prstGeom>
          <a:solidFill>
            <a:srgbClr val="F2FAFC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Connecting course theory with hands-on IAM setup.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9528048" y="2450592"/>
            <a:ext cx="2340864" cy="1225296"/>
          </a:xfrm>
          <a:prstGeom prst="rect">
            <a:avLst/>
          </a:prstGeom>
          <a:solidFill>
            <a:srgbClr val="F2FAFC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Keycloak basics: realms, users, roles, clients, and access control.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29184" y="3675888"/>
            <a:ext cx="731520" cy="12252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40"/>
              <a:buFont typeface="Arial"/>
              <a:buNone/>
            </a:pPr>
            <a:r>
              <a:rPr b="1" i="0" lang="en-US" sz="1440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Wed</a:t>
            </a:r>
            <a:endParaRPr b="0" i="0" sz="14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40"/>
              <a:buFont typeface="Arial"/>
              <a:buNone/>
            </a:pPr>
            <a:r>
              <a:rPr b="1" i="0" lang="en-US" sz="1440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9/16</a:t>
            </a:r>
            <a:endParaRPr b="0" i="0" sz="14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060704" y="3675888"/>
            <a:ext cx="2359152" cy="12252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Joined Cloud Security 1 activity for the first two tasks and started working on them.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419856" y="3675888"/>
            <a:ext cx="2057400" cy="12252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Initial tasks are underway with clearer work items.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477256" y="3675888"/>
            <a:ext cx="2057400" cy="12252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Complete first tasks and prepare for the next activity.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7534656" y="3675888"/>
            <a:ext cx="1993392" cy="12252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Breaking tasks into manageable steps and collecting evidence.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9528048" y="3675888"/>
            <a:ext cx="2340864" cy="12252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Cloud security task workflow and practical expectations.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29184" y="4901184"/>
            <a:ext cx="731520" cy="1225296"/>
          </a:xfrm>
          <a:prstGeom prst="rect">
            <a:avLst/>
          </a:prstGeom>
          <a:solidFill>
            <a:srgbClr val="F2FAFC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40"/>
              <a:buFont typeface="Arial"/>
              <a:buNone/>
            </a:pPr>
            <a:r>
              <a:rPr b="1" i="0" lang="en-US" sz="1440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Thu</a:t>
            </a:r>
            <a:endParaRPr b="0" i="0" sz="14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40"/>
              <a:buFont typeface="Arial"/>
              <a:buNone/>
            </a:pPr>
            <a:r>
              <a:rPr b="1" i="0" lang="en-US" sz="1440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9/17</a:t>
            </a:r>
            <a:endParaRPr b="0" i="0" sz="14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060704" y="4901184"/>
            <a:ext cx="2359152" cy="1225296"/>
          </a:xfrm>
          <a:prstGeom prst="rect">
            <a:avLst/>
          </a:prstGeom>
          <a:solidFill>
            <a:srgbClr val="F2FAFC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Continue next tasks, advance Keycloak setup, organize Monday board and folders.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3419856" y="4901184"/>
            <a:ext cx="2057400" cy="1225296"/>
          </a:xfrm>
          <a:prstGeom prst="rect">
            <a:avLst/>
          </a:prstGeom>
          <a:solidFill>
            <a:srgbClr val="F2FAFC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Moving from planning into structured execution.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477256" y="4901184"/>
            <a:ext cx="2057400" cy="1225296"/>
          </a:xfrm>
          <a:prstGeom prst="rect">
            <a:avLst/>
          </a:prstGeom>
          <a:solidFill>
            <a:srgbClr val="F2FAFC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Finalize organization and keep moving IAM configuration forward.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7534656" y="4901184"/>
            <a:ext cx="1993392" cy="1225296"/>
          </a:xfrm>
          <a:prstGeom prst="rect">
            <a:avLst/>
          </a:prstGeom>
          <a:solidFill>
            <a:srgbClr val="F2FAFC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Staying organized while learning configuration details.Learning </a:t>
            </a:r>
            <a:r>
              <a:rPr lang="en-US">
                <a:solidFill>
                  <a:srgbClr val="123A54"/>
                </a:solidFill>
              </a:rPr>
              <a:t>about tools, frameworks and technicalities.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9528048" y="4901184"/>
            <a:ext cx="2340864" cy="1225296"/>
          </a:xfrm>
          <a:prstGeom prst="rect">
            <a:avLst/>
          </a:prstGeom>
          <a:solidFill>
            <a:srgbClr val="F2FAFC"/>
          </a:solidFill>
          <a:ln cap="flat" cmpd="sng" w="9525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1000"/>
              <a:buFont typeface="Arial"/>
              <a:buNone/>
            </a:pPr>
            <a:r>
              <a:rPr b="0" i="0" lang="en-US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Documentation and steady progress support project delivery.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02920" y="6446520"/>
            <a:ext cx="11155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06271"/>
              </a:buClr>
              <a:buSzPts val="1020"/>
              <a:buFont typeface="Arial"/>
              <a:buNone/>
            </a:pPr>
            <a:r>
              <a:rPr b="0" i="0" lang="en-US" sz="1420" u="none" cap="none" strike="noStrike">
                <a:solidFill>
                  <a:srgbClr val="506271"/>
                </a:solidFill>
                <a:latin typeface="Arial"/>
                <a:ea typeface="Arial"/>
                <a:cs typeface="Arial"/>
                <a:sym typeface="Arial"/>
              </a:rPr>
              <a:t>Focus: Cloud Security 1 + Risk Management 1 • IAM configuration with Keycloak • Work tracking and documentation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_wide_clean_modern_cyber_tech_themed_digital_i.png" id="72" name="Google Shape;72;p3"/>
          <p:cNvPicPr preferRelativeResize="0"/>
          <p:nvPr/>
        </p:nvPicPr>
        <p:blipFill rotWithShape="1">
          <a:blip r:embed="rId3">
            <a:alphaModFix/>
          </a:blip>
          <a:srcRect b="25" l="0" r="0" t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658368" y="1051560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76656" y="2029968"/>
            <a:ext cx="53035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627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06271"/>
                </a:solidFill>
                <a:latin typeface="Arial"/>
                <a:ea typeface="Arial"/>
                <a:cs typeface="Arial"/>
                <a:sym typeface="Arial"/>
              </a:rPr>
              <a:t>Peers and </a:t>
            </a:r>
            <a:r>
              <a:rPr lang="en-US" sz="2000">
                <a:solidFill>
                  <a:srgbClr val="506271"/>
                </a:solidFill>
              </a:rPr>
              <a:t>E</a:t>
            </a:r>
            <a:r>
              <a:rPr b="0" i="0" lang="en-US" sz="2000" u="none" cap="none" strike="noStrike">
                <a:solidFill>
                  <a:srgbClr val="506271"/>
                </a:solidFill>
                <a:latin typeface="Arial"/>
                <a:ea typeface="Arial"/>
                <a:cs typeface="Arial"/>
                <a:sym typeface="Arial"/>
              </a:rPr>
              <a:t>ducators,for the wonderful support and encouragement.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3"/>
          <p:cNvCxnSpPr/>
          <p:nvPr/>
        </p:nvCxnSpPr>
        <p:spPr>
          <a:xfrm>
            <a:off x="685800" y="2907792"/>
            <a:ext cx="3063240" cy="0"/>
          </a:xfrm>
          <a:prstGeom prst="straightConnector1">
            <a:avLst/>
          </a:prstGeom>
          <a:noFill/>
          <a:ln cap="flat" cmpd="sng" w="31750">
            <a:solidFill>
              <a:srgbClr val="00A6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3"/>
          <p:cNvSpPr/>
          <p:nvPr/>
        </p:nvSpPr>
        <p:spPr>
          <a:xfrm>
            <a:off x="676656" y="3328416"/>
            <a:ext cx="56692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A54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23A54"/>
                </a:solidFill>
                <a:latin typeface="Arial"/>
                <a:ea typeface="Arial"/>
                <a:cs typeface="Arial"/>
                <a:sym typeface="Arial"/>
              </a:rPr>
              <a:t>I look forward to learning much more in the coming weeks!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85800" y="48463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A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A6A6"/>
                </a:solidFill>
                <a:latin typeface="Arial"/>
                <a:ea typeface="Arial"/>
                <a:cs typeface="Arial"/>
                <a:sym typeface="Arial"/>
              </a:rPr>
              <a:t>Semester 4 • Week 5 Weekly Status Update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02920" y="647395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9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E7F89"/>
                </a:solidFill>
                <a:latin typeface="Arial"/>
                <a:ea typeface="Arial"/>
                <a:cs typeface="Arial"/>
                <a:sym typeface="Arial"/>
              </a:rPr>
              <a:t>Care Access Navigator Capstone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Google Shape;79;p3"/>
          <p:cNvCxnSpPr/>
          <p:nvPr/>
        </p:nvCxnSpPr>
        <p:spPr>
          <a:xfrm>
            <a:off x="8961120" y="6583680"/>
            <a:ext cx="2697480" cy="0"/>
          </a:xfrm>
          <a:prstGeom prst="straightConnector1">
            <a:avLst/>
          </a:prstGeom>
          <a:noFill/>
          <a:ln cap="flat" cmpd="sng" w="12700">
            <a:solidFill>
              <a:srgbClr val="93C8D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0" name="Google Shape;80;p3" title="da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2925" y="783500"/>
            <a:ext cx="1447524" cy="1130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2026-09-17T09:30:53Z</dcterms:created>
  <dc:creator>OpenAI</dc:creator>
</cp:coreProperties>
</file>