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Upb/agjHDOJOXEroG+etRxqiK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Weekly </a:t>
            </a:r>
            <a:r>
              <a:rPr b="1" i="0" lang="en-US" sz="44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Status Update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Track: Cybersecurity  •  Monday – Thursday Progress </a:t>
            </a:r>
            <a:r>
              <a:rPr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  7/27-7/30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94360" y="48006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600200" y="429768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463040" y="48006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68880" y="4297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331720" y="48006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337560" y="429768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200400" y="48006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Week at a Glance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fmla="val 350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559052" y="1920240"/>
            <a:ext cx="585216" cy="5852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559052" y="19202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26974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MONDAY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" y="306324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Research &amp; Role Exploration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31520" y="39776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Explored Cybersecurity roles; shortlisted top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860" y="5486400"/>
            <a:ext cx="137160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165860" y="5486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1600200"/>
            <a:ext cx="2606040" cy="4480560"/>
          </a:xfrm>
          <a:prstGeom prst="roundRect">
            <a:avLst>
              <a:gd fmla="val 350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393692" y="1920240"/>
            <a:ext cx="585216" cy="5852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393692" y="19202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566160" y="26974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TUESDAY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566160" y="306324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Job Description Activity Sheet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566160" y="39776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Shortlisted 3 roles; sheet filled for IAM Analyst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000500" y="5486400"/>
            <a:ext cx="137160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000500" y="5486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0" y="1600200"/>
            <a:ext cx="2606040" cy="4480560"/>
          </a:xfrm>
          <a:prstGeom prst="roundRect">
            <a:avLst>
              <a:gd fmla="val 350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228332" y="1920240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228332" y="19202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0" y="26974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WEDNESDAY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00800" y="306324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Job Title Finalized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0" y="39776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IAM Analyst selected + project sheet shared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35140" y="5486400"/>
            <a:ext cx="137160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835140" y="5486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052560" y="1600200"/>
            <a:ext cx="2606040" cy="4480560"/>
          </a:xfrm>
          <a:prstGeom prst="roundRect">
            <a:avLst>
              <a:gd fmla="val 350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0062972" y="1920240"/>
            <a:ext cx="585216" cy="585216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0062972" y="19202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235440" y="26974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THURSDAY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235440" y="306324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Project Kickoff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235440" y="39776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Healthcare Access Governance Analyst project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669780" y="5486400"/>
            <a:ext cx="1371600" cy="36576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9669780" y="5486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548640" y="502920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5029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· MON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Research &amp; Role Exploration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703320" y="3383280"/>
            <a:ext cx="1463040" cy="1463040"/>
          </a:xfrm>
          <a:prstGeom prst="ellipse">
            <a:avLst/>
          </a:prstGeom>
          <a:solidFill>
            <a:srgbClr val="141B2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703320" y="338328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CYBER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867912" y="1991563"/>
            <a:ext cx="1133856" cy="1133856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867912" y="1991563"/>
            <a:ext cx="113385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Analyst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09945" y="2796985"/>
            <a:ext cx="694944" cy="694944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409945" y="2796985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517139" y="3894183"/>
            <a:ext cx="1133856" cy="1133856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517139" y="3894183"/>
            <a:ext cx="113385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21343" y="5169514"/>
            <a:ext cx="694944" cy="694944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821343" y="516951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133937" y="4950058"/>
            <a:ext cx="1133856" cy="1133856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133937" y="4950058"/>
            <a:ext cx="113385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438141" y="4113639"/>
            <a:ext cx="694944" cy="694944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438141" y="4113639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764791" y="2796985"/>
            <a:ext cx="694944" cy="694944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764791" y="2796985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011680" y="653978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Explored roles shown as smaller gray bubbles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732520" y="17830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SHORTLISTED ROLES CONSIDERED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732520" y="2194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73252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326880" y="216712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Information Security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732520" y="2724912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Protects systems, networks, and data from security threats and breaches.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732520" y="347472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732520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326880" y="34472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IAM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732520" y="4005072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Manages user identities, access rights, and authentication across systems.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732520" y="475488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732520" y="4754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326880" y="472744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GRC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732520" y="5285232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Focuses on governance, risk management, and regulatory compliance.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732520" y="6053328"/>
            <a:ext cx="3063240" cy="685800"/>
          </a:xfrm>
          <a:prstGeom prst="roundRect">
            <a:avLst>
              <a:gd fmla="val 13333" name="adj"/>
            </a:avLst>
          </a:prstGeom>
          <a:solidFill>
            <a:srgbClr val="F4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915400" y="60533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 used: Gemini Notebook, ChatGPT, Claude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548640" y="502920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5029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 · TUE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Job Description Activity Sheet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roles shortlisted — activity sheet filled in for IAM Analyst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2960" y="2423160"/>
            <a:ext cx="3429000" cy="3200400"/>
          </a:xfrm>
          <a:prstGeom prst="roundRect">
            <a:avLst>
              <a:gd fmla="val 342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171700" y="278892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171700" y="27889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51560" y="370332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Information Security Analyst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760220" y="50292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760220" y="50292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SHORTLISTED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005840" y="4663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Sheet pending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0" y="2240280"/>
            <a:ext cx="3429000" cy="352044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317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920740" y="260604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920740" y="2606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00600" y="352044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IAM Analyst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17820" y="4709160"/>
            <a:ext cx="1737360" cy="36576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417820" y="4709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SHORTLISTED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17820" y="5166360"/>
            <a:ext cx="1737360" cy="36576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417820" y="51663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SHEET FILLED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321040" y="2423160"/>
            <a:ext cx="3429000" cy="3200400"/>
          </a:xfrm>
          <a:prstGeom prst="roundRect">
            <a:avLst>
              <a:gd fmla="val 3429" name="adj"/>
            </a:avLst>
          </a:prstGeom>
          <a:solidFill>
            <a:srgbClr val="F4F5F9"/>
          </a:solidFill>
          <a:ln>
            <a:noFill/>
          </a:ln>
          <a:effectLst>
            <a:outerShdw blurRad="762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669780" y="278892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669780" y="27889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549640" y="370332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GRC Analyst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258300" y="50292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258300" y="50292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SHORTLISTED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503920" y="4663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Sheet pending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22960" y="5943600"/>
            <a:ext cx="10515600" cy="685800"/>
          </a:xfrm>
          <a:prstGeom prst="roundRect">
            <a:avLst>
              <a:gd fmla="val 13333" name="adj"/>
            </a:avLst>
          </a:prstGeom>
          <a:solidFill>
            <a:srgbClr val="F4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97280" y="59436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Tuesday progress: job description activity sheet completed for IAM Analyst only, covering responsibilities, required skills, and goal alignment.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548640" y="502920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8640" y="5029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· 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Final Job Title Selected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22960" y="2240280"/>
            <a:ext cx="3291840" cy="3017520"/>
          </a:xfrm>
          <a:prstGeom prst="roundRect">
            <a:avLst>
              <a:gd fmla="val 3636" name="adj"/>
            </a:avLst>
          </a:prstGeom>
          <a:solidFill>
            <a:srgbClr val="F4F5F9"/>
          </a:solidFill>
          <a:ln>
            <a:noFill/>
          </a:ln>
          <a:effectLst>
            <a:outerShdw blurRad="635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084832" y="2651760"/>
            <a:ext cx="768096" cy="768096"/>
          </a:xfrm>
          <a:prstGeom prst="ellipse">
            <a:avLst/>
          </a:prstGeom>
          <a:solidFill>
            <a:srgbClr val="14B8A6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084832" y="26517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005840" y="3611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Cambria"/>
                <a:ea typeface="Cambria"/>
                <a:cs typeface="Cambria"/>
                <a:sym typeface="Cambria"/>
              </a:rPr>
              <a:t>Information Security Analyst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05840" y="47548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389120" y="2057400"/>
            <a:ext cx="329184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317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349240" y="1856232"/>
            <a:ext cx="1371600" cy="402336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349240" y="185623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CHOSEN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650992" y="2468880"/>
            <a:ext cx="768096" cy="7680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650992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0" y="34290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IAM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955280" y="2240280"/>
            <a:ext cx="3291840" cy="3017520"/>
          </a:xfrm>
          <a:prstGeom prst="roundRect">
            <a:avLst>
              <a:gd fmla="val 3636" name="adj"/>
            </a:avLst>
          </a:prstGeom>
          <a:solidFill>
            <a:srgbClr val="F4F5F9"/>
          </a:solidFill>
          <a:ln>
            <a:noFill/>
          </a:ln>
          <a:effectLst>
            <a:outerShdw blurRad="635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9217152" y="2651760"/>
            <a:ext cx="768096" cy="768096"/>
          </a:xfrm>
          <a:prstGeom prst="ellipse">
            <a:avLst/>
          </a:prstGeom>
          <a:solidFill>
            <a:srgbClr val="EC4899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9217152" y="26517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138160" y="3611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Cambria"/>
                <a:ea typeface="Cambria"/>
                <a:cs typeface="Cambria"/>
                <a:sym typeface="Cambria"/>
              </a:rPr>
              <a:t>GRC Analyst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8138160" y="47548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22960" y="5806440"/>
            <a:ext cx="10515600" cy="777240"/>
          </a:xfrm>
          <a:prstGeom prst="roundRect">
            <a:avLst>
              <a:gd fmla="val 11765" name="adj"/>
            </a:avLst>
          </a:prstGeom>
          <a:solidFill>
            <a:srgbClr val="F4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097280" y="58064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Project Description Sheet shared — includes timeline and deliverables. All work to be pushed to GitHub.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548640" y="502920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5029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· THU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Project Kickoff Ready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fmla="val 5714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188720" y="233172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1188720" y="23317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60120" y="3520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514600" y="2468880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383280" y="2240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IAM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383280" y="2651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Chosen job title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00800" y="2468880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223760" y="21488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C4899"/>
                </a:solidFill>
                <a:latin typeface="Cambria"/>
                <a:ea typeface="Cambria"/>
                <a:cs typeface="Cambria"/>
                <a:sym typeface="Cambria"/>
              </a:rPr>
              <a:t>Healthcare Access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C4899"/>
                </a:solidFill>
                <a:latin typeface="Cambria"/>
                <a:ea typeface="Cambria"/>
                <a:cs typeface="Cambria"/>
                <a:sym typeface="Cambria"/>
              </a:rPr>
              <a:t>Governance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223760" y="3017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22960" y="4297680"/>
            <a:ext cx="2514600" cy="1463040"/>
          </a:xfrm>
          <a:prstGeom prst="roundRect">
            <a:avLst>
              <a:gd fmla="val 6250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824228" y="4526280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824228" y="4526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60120" y="51663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Role Selected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566160" y="4297680"/>
            <a:ext cx="2514600" cy="1463040"/>
          </a:xfrm>
          <a:prstGeom prst="roundRect">
            <a:avLst>
              <a:gd fmla="val 6250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567428" y="4526280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567428" y="4526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703320" y="51663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Project Defined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309360" y="4297680"/>
            <a:ext cx="2514600" cy="1463040"/>
          </a:xfrm>
          <a:prstGeom prst="roundRect">
            <a:avLst>
              <a:gd fmla="val 6250" name="adj"/>
            </a:avLst>
          </a:prstGeom>
          <a:solidFill>
            <a:srgbClr val="232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310628" y="45262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310628" y="4526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446520" y="51663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Fill Project Sheet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052560" y="4297680"/>
            <a:ext cx="2514600" cy="1463040"/>
          </a:xfrm>
          <a:prstGeom prst="roundRect">
            <a:avLst>
              <a:gd fmla="val 6250" name="adj"/>
            </a:avLst>
          </a:prstGeom>
          <a:solidFill>
            <a:srgbClr val="232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10053828" y="45262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10053828" y="4526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189720" y="51663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Push to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mbria"/>
                <a:ea typeface="Cambria"/>
                <a:cs typeface="Cambria"/>
                <a:sym typeface="Cambria"/>
              </a:rPr>
              <a:t>This Week's Progress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22960" y="1801368"/>
            <a:ext cx="868680" cy="4572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22960" y="18013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920240" y="160020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Researched Cybersecurity roles and shortlisted the top 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22960" y="2852928"/>
            <a:ext cx="868680" cy="4572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2960" y="285292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920240" y="265176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Shortlisted 3 roles; completed the job description activity sheet for IAM Analyst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48640" y="370332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22960" y="3904488"/>
            <a:ext cx="868680" cy="457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822960" y="390448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920240" y="370332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Finalized IAM Analyst as the chosen job title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48640" y="475488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1E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22960" y="4956048"/>
            <a:ext cx="868680" cy="457200"/>
          </a:xfrm>
          <a:prstGeom prst="roundRect">
            <a:avLst>
              <a:gd fmla="val 50000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22960" y="495604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920240" y="475488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Prepared to kick off the Healthcare Access Governance Analyst project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fmla="val 11111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822960" y="59436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up: kick off project execution as Healthcare Access Governance Analyst (IAM track)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2026-07-30T03:33:02Z</dcterms:created>
  <dc:creator>PptxGenJS</dc:creator>
</cp:coreProperties>
</file>